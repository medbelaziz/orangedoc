
<file path=[Content_Types].xml><?xml version="1.0" encoding="utf-8"?>
<Types xmlns="http://schemas.openxmlformats.org/package/2006/content-types">
  <Default Extension="png" ContentType="image/png"/>
  <Default Extension="wmf" ContentType="image/x-wmf"/>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80" r:id="rId2"/>
    <p:sldId id="457" r:id="rId3"/>
    <p:sldId id="469" r:id="rId4"/>
    <p:sldId id="470" r:id="rId5"/>
    <p:sldId id="478" r:id="rId6"/>
    <p:sldId id="471" r:id="rId7"/>
    <p:sldId id="473" r:id="rId8"/>
    <p:sldId id="472" r:id="rId9"/>
    <p:sldId id="475" r:id="rId10"/>
    <p:sldId id="476" r:id="rId11"/>
    <p:sldId id="477" r:id="rId12"/>
    <p:sldId id="459" r:id="rId13"/>
    <p:sldId id="460" r:id="rId14"/>
    <p:sldId id="461" r:id="rId15"/>
    <p:sldId id="462" r:id="rId16"/>
    <p:sldId id="467" r:id="rId17"/>
    <p:sldId id="468" r:id="rId18"/>
    <p:sldId id="465" r:id="rId19"/>
    <p:sldId id="466" r:id="rId20"/>
    <p:sldId id="281" r:id="rId21"/>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re de la présentation" id="{1DDBAF10-673F-4E9B-83A6-01F051B89383}">
          <p14:sldIdLst>
            <p14:sldId id="280"/>
            <p14:sldId id="457"/>
            <p14:sldId id="469"/>
            <p14:sldId id="470"/>
            <p14:sldId id="478"/>
            <p14:sldId id="471"/>
            <p14:sldId id="473"/>
            <p14:sldId id="472"/>
            <p14:sldId id="475"/>
            <p14:sldId id="476"/>
            <p14:sldId id="477"/>
            <p14:sldId id="459"/>
            <p14:sldId id="460"/>
            <p14:sldId id="461"/>
            <p14:sldId id="462"/>
            <p14:sldId id="467"/>
            <p14:sldId id="468"/>
            <p14:sldId id="465"/>
            <p14:sldId id="466"/>
          </p14:sldIdLst>
        </p14:section>
        <p14:section name="contenu du diaporama" id="{7C415485-64F3-4240-AEC1-14455B505EAE}">
          <p14:sldIdLst/>
        </p14:section>
        <p14:section name="merci : dernière diapo" id="{FD249092-554B-47FC-BF3F-1E9DB05FF9BC}">
          <p14:sldIdLst>
            <p14:sldId id="28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00B0F0"/>
    <a:srgbClr val="33CC33"/>
    <a:srgbClr val="FF6600"/>
    <a:srgbClr val="FF99FF"/>
    <a:srgbClr val="CCECFF"/>
    <a:srgbClr val="F8F8F8"/>
    <a:srgbClr val="00CC5C"/>
    <a:srgbClr val="F2F2F2"/>
    <a:srgbClr val="BCE2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486" autoAdjust="0"/>
  </p:normalViewPr>
  <p:slideViewPr>
    <p:cSldViewPr showGuides="1">
      <p:cViewPr>
        <p:scale>
          <a:sx n="125" d="100"/>
          <a:sy n="125" d="100"/>
        </p:scale>
        <p:origin x="-1140" y="330"/>
      </p:cViewPr>
      <p:guideLst>
        <p:guide orient="horz" pos="2160"/>
        <p:guide pos="2880"/>
      </p:guideLst>
    </p:cSldViewPr>
  </p:slideViewPr>
  <p:notesTextViewPr>
    <p:cViewPr>
      <p:scale>
        <a:sx n="1" d="1"/>
        <a:sy n="1" d="1"/>
      </p:scale>
      <p:origin x="0" y="0"/>
    </p:cViewPr>
  </p:notesTextViewPr>
  <p:sorterViewPr>
    <p:cViewPr>
      <p:scale>
        <a:sx n="100" d="100"/>
        <a:sy n="100" d="100"/>
      </p:scale>
      <p:origin x="0" y="2604"/>
    </p:cViewPr>
  </p:sorterViewPr>
  <p:notesViewPr>
    <p:cSldViewPr showGuides="1">
      <p:cViewPr varScale="1">
        <p:scale>
          <a:sx n="84" d="100"/>
          <a:sy n="84" d="100"/>
        </p:scale>
        <p:origin x="-1884"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5D151DD-1573-4B8B-87DC-CA4975D4E5FB}" type="datetimeFigureOut">
              <a:rPr lang="fr-FR" smtClean="0"/>
              <a:t>15/11/2018</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1F81C83-9490-40F8-AAE0-C6561752018F}" type="slidenum">
              <a:rPr lang="fr-FR" smtClean="0"/>
              <a:t>‹N°›</a:t>
            </a:fld>
            <a:endParaRPr lang="fr-FR"/>
          </a:p>
        </p:txBody>
      </p:sp>
    </p:spTree>
    <p:extLst>
      <p:ext uri="{BB962C8B-B14F-4D97-AF65-F5344CB8AC3E}">
        <p14:creationId xmlns:p14="http://schemas.microsoft.com/office/powerpoint/2010/main" val="2236389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de la présentation">
    <p:spTree>
      <p:nvGrpSpPr>
        <p:cNvPr id="1" name=""/>
        <p:cNvGrpSpPr/>
        <p:nvPr/>
      </p:nvGrpSpPr>
      <p:grpSpPr>
        <a:xfrm>
          <a:off x="0" y="0"/>
          <a:ext cx="0" cy="0"/>
          <a:chOff x="0" y="0"/>
          <a:chExt cx="0" cy="0"/>
        </a:xfrm>
      </p:grpSpPr>
      <p:sp>
        <p:nvSpPr>
          <p:cNvPr id="2" name="Titre 1"/>
          <p:cNvSpPr>
            <a:spLocks noGrp="1"/>
          </p:cNvSpPr>
          <p:nvPr>
            <p:ph type="ctrTitle" hasCustomPrompt="1"/>
          </p:nvPr>
        </p:nvSpPr>
        <p:spPr>
          <a:xfrm>
            <a:off x="1043608" y="1772816"/>
            <a:ext cx="7057405" cy="936000"/>
          </a:xfrm>
        </p:spPr>
        <p:txBody>
          <a:bodyPr/>
          <a:lstStyle>
            <a:lvl1pPr algn="l">
              <a:defRPr sz="6600">
                <a:latin typeface="Helvetica 35 Thin" pitchFamily="34" charset="0"/>
              </a:defRPr>
            </a:lvl1pPr>
          </a:lstStyle>
          <a:p>
            <a:r>
              <a:rPr lang="fr-FR" dirty="0" smtClean="0"/>
              <a:t>modifiez le texte</a:t>
            </a:r>
            <a:endParaRPr lang="fr-FR" dirty="0"/>
          </a:p>
        </p:txBody>
      </p:sp>
      <p:sp>
        <p:nvSpPr>
          <p:cNvPr id="3" name="Sous-titre 2"/>
          <p:cNvSpPr>
            <a:spLocks noGrp="1"/>
          </p:cNvSpPr>
          <p:nvPr>
            <p:ph type="subTitle" idx="1" hasCustomPrompt="1"/>
          </p:nvPr>
        </p:nvSpPr>
        <p:spPr>
          <a:xfrm>
            <a:off x="1012903" y="4393968"/>
            <a:ext cx="7084800" cy="54720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fr-FR" noProof="0" dirty="0" smtClean="0"/>
              <a:t>nom de l’auteur – nom de l’entité date, présentation à </a:t>
            </a:r>
            <a:r>
              <a:rPr lang="fr-FR" noProof="0" dirty="0" err="1" smtClean="0"/>
              <a:t>xyz</a:t>
            </a:r>
            <a:endParaRPr lang="fr-FR" noProof="0" dirty="0" smtClean="0"/>
          </a:p>
        </p:txBody>
      </p:sp>
      <p:sp>
        <p:nvSpPr>
          <p:cNvPr id="7" name="Espace réservé du texte 8"/>
          <p:cNvSpPr>
            <a:spLocks noGrp="1"/>
          </p:cNvSpPr>
          <p:nvPr>
            <p:ph type="body" sz="quarter" idx="13" hasCustomPrompt="1"/>
          </p:nvPr>
        </p:nvSpPr>
        <p:spPr>
          <a:xfrm>
            <a:off x="1043608" y="2714620"/>
            <a:ext cx="7055363" cy="936000"/>
          </a:xfrm>
        </p:spPr>
        <p:txBody>
          <a:bodyPr/>
          <a:lstStyle>
            <a:lvl1pPr marL="0" indent="0">
              <a:spcAft>
                <a:spcPts val="0"/>
              </a:spcAft>
              <a:buNone/>
              <a:defRPr lang="fr-FR" sz="6600" dirty="0" smtClean="0">
                <a:solidFill>
                  <a:schemeClr val="tx1"/>
                </a:solidFill>
                <a:latin typeface="Helvetica 35 Thin" pitchFamily="34" charset="0"/>
                <a:ea typeface="+mj-ea"/>
                <a:cs typeface="+mj-cs"/>
              </a:defRPr>
            </a:lvl1pPr>
          </a:lstStyle>
          <a:p>
            <a:pPr lvl="0"/>
            <a:r>
              <a:rPr lang="fr-FR" dirty="0" smtClean="0"/>
              <a:t>usage interne</a:t>
            </a:r>
          </a:p>
        </p:txBody>
      </p:sp>
      <p:pic>
        <p:nvPicPr>
          <p:cNvPr id="8" name="Picture 28" descr="RGB_logo"/>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101013" y="5876925"/>
            <a:ext cx="719137" cy="719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6897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1015200" y="403200"/>
            <a:ext cx="7049874" cy="982800"/>
          </a:xfrm>
        </p:spPr>
        <p:txBody>
          <a:bodyPr/>
          <a:lstStyle>
            <a:lvl1pPr algn="l">
              <a:defRPr/>
            </a:lvl1pPr>
          </a:lstStyle>
          <a:p>
            <a:r>
              <a:rPr lang="fr-FR" dirty="0" smtClean="0"/>
              <a:t>sommaire ou ordre du jour</a:t>
            </a:r>
            <a:endParaRPr lang="fr-FR" dirty="0"/>
          </a:p>
        </p:txBody>
      </p:sp>
      <p:sp>
        <p:nvSpPr>
          <p:cNvPr id="6" name="Espace réservé du texte 4"/>
          <p:cNvSpPr>
            <a:spLocks noGrp="1"/>
          </p:cNvSpPr>
          <p:nvPr>
            <p:ph type="body" sz="quarter" idx="13" hasCustomPrompt="1"/>
          </p:nvPr>
        </p:nvSpPr>
        <p:spPr>
          <a:xfrm>
            <a:off x="1037646" y="1773238"/>
            <a:ext cx="1440210" cy="373268"/>
          </a:xfrm>
        </p:spPr>
        <p:txBody>
          <a:bodyPr/>
          <a:lstStyle>
            <a:lvl1pPr marL="0" indent="0">
              <a:buNone/>
              <a:defRPr>
                <a:solidFill>
                  <a:srgbClr val="FF6600"/>
                </a:solidFill>
              </a:defRPr>
            </a:lvl1pPr>
          </a:lstStyle>
          <a:p>
            <a:pPr lvl="0"/>
            <a:r>
              <a:rPr lang="fr-FR" dirty="0" smtClean="0">
                <a:solidFill>
                  <a:schemeClr val="tx2"/>
                </a:solidFill>
              </a:rPr>
              <a:t>partie 1</a:t>
            </a:r>
            <a:endParaRPr lang="fr-FR" dirty="0"/>
          </a:p>
        </p:txBody>
      </p:sp>
      <p:sp>
        <p:nvSpPr>
          <p:cNvPr id="7" name="Espace réservé du texte 4"/>
          <p:cNvSpPr>
            <a:spLocks noGrp="1"/>
          </p:cNvSpPr>
          <p:nvPr>
            <p:ph type="body" sz="quarter" idx="14" hasCustomPrompt="1"/>
          </p:nvPr>
        </p:nvSpPr>
        <p:spPr>
          <a:xfrm>
            <a:off x="1037646" y="2203611"/>
            <a:ext cx="1440210" cy="373268"/>
          </a:xfrm>
        </p:spPr>
        <p:txBody>
          <a:bodyPr/>
          <a:lstStyle>
            <a:lvl1pPr marL="0" indent="0">
              <a:buNone/>
              <a:defRPr>
                <a:solidFill>
                  <a:srgbClr val="FF6600"/>
                </a:solidFill>
              </a:defRPr>
            </a:lvl1pPr>
          </a:lstStyle>
          <a:p>
            <a:pPr lvl="0"/>
            <a:r>
              <a:rPr lang="fr-FR" dirty="0" smtClean="0">
                <a:solidFill>
                  <a:schemeClr val="tx2"/>
                </a:solidFill>
              </a:rPr>
              <a:t>partie 2</a:t>
            </a:r>
            <a:endParaRPr lang="fr-FR" dirty="0"/>
          </a:p>
        </p:txBody>
      </p:sp>
      <p:sp>
        <p:nvSpPr>
          <p:cNvPr id="8" name="Espace réservé du texte 4"/>
          <p:cNvSpPr>
            <a:spLocks noGrp="1"/>
          </p:cNvSpPr>
          <p:nvPr>
            <p:ph type="body" sz="quarter" idx="15" hasCustomPrompt="1"/>
          </p:nvPr>
        </p:nvSpPr>
        <p:spPr>
          <a:xfrm>
            <a:off x="1037646" y="2633984"/>
            <a:ext cx="1440210" cy="373268"/>
          </a:xfrm>
        </p:spPr>
        <p:txBody>
          <a:bodyPr/>
          <a:lstStyle>
            <a:lvl1pPr marL="0" indent="0">
              <a:buNone/>
              <a:defRPr>
                <a:solidFill>
                  <a:srgbClr val="FF6600"/>
                </a:solidFill>
              </a:defRPr>
            </a:lvl1pPr>
          </a:lstStyle>
          <a:p>
            <a:pPr lvl="0"/>
            <a:r>
              <a:rPr lang="fr-FR" dirty="0" smtClean="0">
                <a:solidFill>
                  <a:schemeClr val="tx2"/>
                </a:solidFill>
              </a:rPr>
              <a:t>partie 3</a:t>
            </a:r>
            <a:endParaRPr lang="fr-FR" dirty="0"/>
          </a:p>
        </p:txBody>
      </p:sp>
      <p:sp>
        <p:nvSpPr>
          <p:cNvPr id="9" name="Espace réservé du texte 4"/>
          <p:cNvSpPr>
            <a:spLocks noGrp="1"/>
          </p:cNvSpPr>
          <p:nvPr>
            <p:ph type="body" sz="quarter" idx="17" hasCustomPrompt="1"/>
          </p:nvPr>
        </p:nvSpPr>
        <p:spPr>
          <a:xfrm>
            <a:off x="1037646" y="3064357"/>
            <a:ext cx="1440210" cy="373268"/>
          </a:xfrm>
        </p:spPr>
        <p:txBody>
          <a:bodyPr/>
          <a:lstStyle>
            <a:lvl1pPr marL="0" indent="0">
              <a:buNone/>
              <a:defRPr>
                <a:solidFill>
                  <a:srgbClr val="FF6600"/>
                </a:solidFill>
              </a:defRPr>
            </a:lvl1pPr>
          </a:lstStyle>
          <a:p>
            <a:pPr lvl="0"/>
            <a:r>
              <a:rPr lang="fr-FR" dirty="0" smtClean="0">
                <a:solidFill>
                  <a:schemeClr val="tx2"/>
                </a:solidFill>
              </a:rPr>
              <a:t>partie 4</a:t>
            </a:r>
            <a:endParaRPr lang="fr-FR" dirty="0"/>
          </a:p>
        </p:txBody>
      </p:sp>
      <p:sp>
        <p:nvSpPr>
          <p:cNvPr id="10" name="Espace réservé du texte 4"/>
          <p:cNvSpPr>
            <a:spLocks noGrp="1"/>
          </p:cNvSpPr>
          <p:nvPr>
            <p:ph type="body" sz="quarter" idx="19" hasCustomPrompt="1"/>
          </p:nvPr>
        </p:nvSpPr>
        <p:spPr>
          <a:xfrm>
            <a:off x="1037646" y="3494730"/>
            <a:ext cx="1440210" cy="373268"/>
          </a:xfrm>
        </p:spPr>
        <p:txBody>
          <a:bodyPr/>
          <a:lstStyle>
            <a:lvl1pPr marL="0" indent="0">
              <a:buNone/>
              <a:defRPr>
                <a:solidFill>
                  <a:srgbClr val="FF6600"/>
                </a:solidFill>
              </a:defRPr>
            </a:lvl1pPr>
          </a:lstStyle>
          <a:p>
            <a:pPr lvl="0"/>
            <a:r>
              <a:rPr lang="fr-FR" dirty="0" smtClean="0">
                <a:solidFill>
                  <a:schemeClr val="tx2"/>
                </a:solidFill>
              </a:rPr>
              <a:t>partie 5</a:t>
            </a:r>
            <a:endParaRPr lang="fr-FR" dirty="0"/>
          </a:p>
        </p:txBody>
      </p:sp>
      <p:sp>
        <p:nvSpPr>
          <p:cNvPr id="11" name="Espace réservé du texte 4"/>
          <p:cNvSpPr>
            <a:spLocks noGrp="1"/>
          </p:cNvSpPr>
          <p:nvPr>
            <p:ph type="body" sz="quarter" idx="21" hasCustomPrompt="1"/>
          </p:nvPr>
        </p:nvSpPr>
        <p:spPr>
          <a:xfrm>
            <a:off x="1037646" y="3925103"/>
            <a:ext cx="1440210" cy="373268"/>
          </a:xfrm>
        </p:spPr>
        <p:txBody>
          <a:bodyPr/>
          <a:lstStyle>
            <a:lvl1pPr marL="0" indent="0">
              <a:buNone/>
              <a:defRPr>
                <a:solidFill>
                  <a:srgbClr val="FF6600"/>
                </a:solidFill>
              </a:defRPr>
            </a:lvl1pPr>
          </a:lstStyle>
          <a:p>
            <a:pPr lvl="0"/>
            <a:r>
              <a:rPr lang="fr-FR" dirty="0" smtClean="0">
                <a:solidFill>
                  <a:schemeClr val="tx2"/>
                </a:solidFill>
              </a:rPr>
              <a:t>partie 6</a:t>
            </a:r>
            <a:endParaRPr lang="fr-FR" dirty="0"/>
          </a:p>
        </p:txBody>
      </p:sp>
      <p:sp>
        <p:nvSpPr>
          <p:cNvPr id="12" name="Espace réservé du texte 4"/>
          <p:cNvSpPr>
            <a:spLocks noGrp="1"/>
          </p:cNvSpPr>
          <p:nvPr>
            <p:ph type="body" sz="quarter" idx="23" hasCustomPrompt="1"/>
          </p:nvPr>
        </p:nvSpPr>
        <p:spPr>
          <a:xfrm>
            <a:off x="2598122" y="1773238"/>
            <a:ext cx="5500788" cy="373268"/>
          </a:xfrm>
        </p:spPr>
        <p:txBody>
          <a:bodyPr/>
          <a:lstStyle>
            <a:lvl1pPr marL="0" indent="0">
              <a:spcAft>
                <a:spcPts val="0"/>
              </a:spcAft>
              <a:buNone/>
              <a:defRPr baseline="0">
                <a:solidFill>
                  <a:schemeClr val="tx1"/>
                </a:solidFill>
              </a:defRPr>
            </a:lvl1pPr>
          </a:lstStyle>
          <a:p>
            <a:pPr lvl="0"/>
            <a:r>
              <a:rPr lang="fr-FR" dirty="0" smtClean="0">
                <a:solidFill>
                  <a:schemeClr val="tx2"/>
                </a:solidFill>
              </a:rPr>
              <a:t>titre de la partie</a:t>
            </a:r>
            <a:endParaRPr lang="fr-FR" dirty="0"/>
          </a:p>
        </p:txBody>
      </p:sp>
      <p:sp>
        <p:nvSpPr>
          <p:cNvPr id="13" name="Espace réservé du texte 4"/>
          <p:cNvSpPr>
            <a:spLocks noGrp="1"/>
          </p:cNvSpPr>
          <p:nvPr>
            <p:ph type="body" sz="quarter" idx="24" hasCustomPrompt="1"/>
          </p:nvPr>
        </p:nvSpPr>
        <p:spPr>
          <a:xfrm>
            <a:off x="2598122" y="2203611"/>
            <a:ext cx="5500788" cy="373268"/>
          </a:xfrm>
        </p:spPr>
        <p:txBody>
          <a:bodyPr/>
          <a:lstStyle>
            <a:lvl1pPr marL="0" indent="0">
              <a:spcAft>
                <a:spcPts val="0"/>
              </a:spcAft>
              <a:buNone/>
              <a:defRPr baseline="0">
                <a:solidFill>
                  <a:schemeClr val="tx1"/>
                </a:solidFill>
              </a:defRPr>
            </a:lvl1pPr>
          </a:lstStyle>
          <a:p>
            <a:pPr lvl="0"/>
            <a:r>
              <a:rPr lang="fr-FR" dirty="0" smtClean="0">
                <a:solidFill>
                  <a:schemeClr val="tx2"/>
                </a:solidFill>
              </a:rPr>
              <a:t>titre de la partie</a:t>
            </a:r>
            <a:endParaRPr lang="fr-FR" dirty="0"/>
          </a:p>
        </p:txBody>
      </p:sp>
      <p:sp>
        <p:nvSpPr>
          <p:cNvPr id="14" name="Espace réservé du texte 4"/>
          <p:cNvSpPr>
            <a:spLocks noGrp="1"/>
          </p:cNvSpPr>
          <p:nvPr>
            <p:ph type="body" sz="quarter" idx="25" hasCustomPrompt="1"/>
          </p:nvPr>
        </p:nvSpPr>
        <p:spPr>
          <a:xfrm>
            <a:off x="2598122" y="3925103"/>
            <a:ext cx="5500788" cy="373268"/>
          </a:xfrm>
        </p:spPr>
        <p:txBody>
          <a:bodyPr/>
          <a:lstStyle>
            <a:lvl1pPr marL="0" indent="0">
              <a:spcAft>
                <a:spcPts val="0"/>
              </a:spcAft>
              <a:buNone/>
              <a:defRPr baseline="0">
                <a:solidFill>
                  <a:schemeClr val="tx1"/>
                </a:solidFill>
              </a:defRPr>
            </a:lvl1pPr>
          </a:lstStyle>
          <a:p>
            <a:pPr lvl="0"/>
            <a:r>
              <a:rPr lang="fr-FR" dirty="0" smtClean="0">
                <a:solidFill>
                  <a:schemeClr val="tx2"/>
                </a:solidFill>
              </a:rPr>
              <a:t>titre de la partie</a:t>
            </a:r>
            <a:endParaRPr lang="fr-FR" dirty="0"/>
          </a:p>
        </p:txBody>
      </p:sp>
      <p:sp>
        <p:nvSpPr>
          <p:cNvPr id="15" name="Espace réservé du texte 4"/>
          <p:cNvSpPr>
            <a:spLocks noGrp="1"/>
          </p:cNvSpPr>
          <p:nvPr>
            <p:ph type="body" sz="quarter" idx="26" hasCustomPrompt="1"/>
          </p:nvPr>
        </p:nvSpPr>
        <p:spPr>
          <a:xfrm>
            <a:off x="2598122" y="3494730"/>
            <a:ext cx="5500788" cy="373268"/>
          </a:xfrm>
        </p:spPr>
        <p:txBody>
          <a:bodyPr/>
          <a:lstStyle>
            <a:lvl1pPr marL="0" indent="0">
              <a:spcAft>
                <a:spcPts val="0"/>
              </a:spcAft>
              <a:buNone/>
              <a:defRPr baseline="0">
                <a:solidFill>
                  <a:schemeClr val="tx1"/>
                </a:solidFill>
              </a:defRPr>
            </a:lvl1pPr>
          </a:lstStyle>
          <a:p>
            <a:pPr lvl="0"/>
            <a:r>
              <a:rPr lang="fr-FR" dirty="0" smtClean="0">
                <a:solidFill>
                  <a:schemeClr val="tx2"/>
                </a:solidFill>
              </a:rPr>
              <a:t>titre de la partie</a:t>
            </a:r>
            <a:endParaRPr lang="fr-FR" dirty="0"/>
          </a:p>
        </p:txBody>
      </p:sp>
      <p:sp>
        <p:nvSpPr>
          <p:cNvPr id="16" name="Espace réservé du texte 4"/>
          <p:cNvSpPr>
            <a:spLocks noGrp="1"/>
          </p:cNvSpPr>
          <p:nvPr>
            <p:ph type="body" sz="quarter" idx="27" hasCustomPrompt="1"/>
          </p:nvPr>
        </p:nvSpPr>
        <p:spPr>
          <a:xfrm>
            <a:off x="2598122" y="3064357"/>
            <a:ext cx="5500788" cy="373268"/>
          </a:xfrm>
        </p:spPr>
        <p:txBody>
          <a:bodyPr/>
          <a:lstStyle>
            <a:lvl1pPr marL="0" indent="0">
              <a:spcAft>
                <a:spcPts val="0"/>
              </a:spcAft>
              <a:buNone/>
              <a:defRPr baseline="0">
                <a:solidFill>
                  <a:schemeClr val="tx1"/>
                </a:solidFill>
              </a:defRPr>
            </a:lvl1pPr>
          </a:lstStyle>
          <a:p>
            <a:pPr lvl="0"/>
            <a:r>
              <a:rPr lang="fr-FR" dirty="0" smtClean="0">
                <a:solidFill>
                  <a:schemeClr val="tx2"/>
                </a:solidFill>
              </a:rPr>
              <a:t>titre de la partie</a:t>
            </a:r>
            <a:endParaRPr lang="fr-FR" dirty="0"/>
          </a:p>
        </p:txBody>
      </p:sp>
      <p:sp>
        <p:nvSpPr>
          <p:cNvPr id="17" name="Espace réservé du texte 4"/>
          <p:cNvSpPr>
            <a:spLocks noGrp="1"/>
          </p:cNvSpPr>
          <p:nvPr>
            <p:ph type="body" sz="quarter" idx="28" hasCustomPrompt="1"/>
          </p:nvPr>
        </p:nvSpPr>
        <p:spPr>
          <a:xfrm>
            <a:off x="2598122" y="2633984"/>
            <a:ext cx="5500788" cy="373268"/>
          </a:xfrm>
        </p:spPr>
        <p:txBody>
          <a:bodyPr/>
          <a:lstStyle>
            <a:lvl1pPr marL="0" indent="0">
              <a:spcAft>
                <a:spcPts val="0"/>
              </a:spcAft>
              <a:buNone/>
              <a:defRPr baseline="0">
                <a:solidFill>
                  <a:schemeClr val="tx1"/>
                </a:solidFill>
              </a:defRPr>
            </a:lvl1pPr>
          </a:lstStyle>
          <a:p>
            <a:pPr lvl="0"/>
            <a:r>
              <a:rPr lang="fr-FR" dirty="0" smtClean="0">
                <a:solidFill>
                  <a:schemeClr val="tx2"/>
                </a:solidFill>
              </a:rPr>
              <a:t>titre de la partie</a:t>
            </a:r>
            <a:endParaRPr lang="fr-FR" dirty="0"/>
          </a:p>
        </p:txBody>
      </p:sp>
      <p:sp>
        <p:nvSpPr>
          <p:cNvPr id="18" name="Espace réservé du texte 4"/>
          <p:cNvSpPr>
            <a:spLocks noGrp="1"/>
          </p:cNvSpPr>
          <p:nvPr>
            <p:ph type="body" sz="quarter" idx="29" hasCustomPrompt="1"/>
          </p:nvPr>
        </p:nvSpPr>
        <p:spPr>
          <a:xfrm>
            <a:off x="1039128" y="4356901"/>
            <a:ext cx="1440210" cy="373268"/>
          </a:xfrm>
        </p:spPr>
        <p:txBody>
          <a:bodyPr/>
          <a:lstStyle>
            <a:lvl1pPr marL="0" indent="0">
              <a:buNone/>
              <a:defRPr>
                <a:solidFill>
                  <a:srgbClr val="FF6600"/>
                </a:solidFill>
              </a:defRPr>
            </a:lvl1pPr>
          </a:lstStyle>
          <a:p>
            <a:pPr lvl="0"/>
            <a:r>
              <a:rPr lang="fr-FR" dirty="0" smtClean="0">
                <a:solidFill>
                  <a:schemeClr val="tx2"/>
                </a:solidFill>
              </a:rPr>
              <a:t>partie 7</a:t>
            </a:r>
            <a:endParaRPr lang="fr-FR" dirty="0"/>
          </a:p>
        </p:txBody>
      </p:sp>
      <p:sp>
        <p:nvSpPr>
          <p:cNvPr id="19" name="Espace réservé du texte 4"/>
          <p:cNvSpPr>
            <a:spLocks noGrp="1"/>
          </p:cNvSpPr>
          <p:nvPr>
            <p:ph type="body" sz="quarter" idx="30" hasCustomPrompt="1"/>
          </p:nvPr>
        </p:nvSpPr>
        <p:spPr>
          <a:xfrm>
            <a:off x="1039128" y="4787274"/>
            <a:ext cx="1440210" cy="373268"/>
          </a:xfrm>
        </p:spPr>
        <p:txBody>
          <a:bodyPr/>
          <a:lstStyle>
            <a:lvl1pPr marL="0" indent="0">
              <a:buNone/>
              <a:defRPr>
                <a:solidFill>
                  <a:srgbClr val="FF6600"/>
                </a:solidFill>
              </a:defRPr>
            </a:lvl1pPr>
          </a:lstStyle>
          <a:p>
            <a:pPr lvl="0"/>
            <a:r>
              <a:rPr lang="fr-FR" dirty="0" smtClean="0">
                <a:solidFill>
                  <a:schemeClr val="tx2"/>
                </a:solidFill>
              </a:rPr>
              <a:t>partie 8</a:t>
            </a:r>
            <a:endParaRPr lang="fr-FR" dirty="0"/>
          </a:p>
        </p:txBody>
      </p:sp>
      <p:sp>
        <p:nvSpPr>
          <p:cNvPr id="20" name="Espace réservé du texte 4"/>
          <p:cNvSpPr>
            <a:spLocks noGrp="1"/>
          </p:cNvSpPr>
          <p:nvPr>
            <p:ph type="body" sz="quarter" idx="31" hasCustomPrompt="1"/>
          </p:nvPr>
        </p:nvSpPr>
        <p:spPr>
          <a:xfrm>
            <a:off x="1039128" y="5217647"/>
            <a:ext cx="1440210" cy="373268"/>
          </a:xfrm>
        </p:spPr>
        <p:txBody>
          <a:bodyPr/>
          <a:lstStyle>
            <a:lvl1pPr marL="0" indent="0">
              <a:buNone/>
              <a:defRPr>
                <a:solidFill>
                  <a:srgbClr val="FF6600"/>
                </a:solidFill>
              </a:defRPr>
            </a:lvl1pPr>
          </a:lstStyle>
          <a:p>
            <a:pPr lvl="0"/>
            <a:r>
              <a:rPr lang="fr-FR" dirty="0" smtClean="0">
                <a:solidFill>
                  <a:schemeClr val="tx2"/>
                </a:solidFill>
              </a:rPr>
              <a:t>partie 9</a:t>
            </a:r>
            <a:endParaRPr lang="fr-FR" dirty="0"/>
          </a:p>
        </p:txBody>
      </p:sp>
      <p:sp>
        <p:nvSpPr>
          <p:cNvPr id="21" name="Espace réservé du texte 4"/>
          <p:cNvSpPr>
            <a:spLocks noGrp="1"/>
          </p:cNvSpPr>
          <p:nvPr>
            <p:ph type="body" sz="quarter" idx="32" hasCustomPrompt="1"/>
          </p:nvPr>
        </p:nvSpPr>
        <p:spPr>
          <a:xfrm>
            <a:off x="1039128" y="5648020"/>
            <a:ext cx="1440210" cy="373268"/>
          </a:xfrm>
        </p:spPr>
        <p:txBody>
          <a:bodyPr/>
          <a:lstStyle>
            <a:lvl1pPr marL="0" indent="0">
              <a:buNone/>
              <a:defRPr>
                <a:solidFill>
                  <a:srgbClr val="FF6600"/>
                </a:solidFill>
              </a:defRPr>
            </a:lvl1pPr>
          </a:lstStyle>
          <a:p>
            <a:pPr lvl="0"/>
            <a:r>
              <a:rPr lang="fr-FR" dirty="0" smtClean="0">
                <a:solidFill>
                  <a:schemeClr val="tx2"/>
                </a:solidFill>
              </a:rPr>
              <a:t>partie 10</a:t>
            </a:r>
            <a:endParaRPr lang="fr-FR" dirty="0"/>
          </a:p>
        </p:txBody>
      </p:sp>
      <p:sp>
        <p:nvSpPr>
          <p:cNvPr id="22" name="Espace réservé du texte 4"/>
          <p:cNvSpPr>
            <a:spLocks noGrp="1"/>
          </p:cNvSpPr>
          <p:nvPr>
            <p:ph type="body" sz="quarter" idx="33" hasCustomPrompt="1"/>
          </p:nvPr>
        </p:nvSpPr>
        <p:spPr>
          <a:xfrm>
            <a:off x="2599604" y="5648020"/>
            <a:ext cx="5500788" cy="373268"/>
          </a:xfrm>
        </p:spPr>
        <p:txBody>
          <a:bodyPr/>
          <a:lstStyle>
            <a:lvl1pPr marL="0" indent="0">
              <a:spcAft>
                <a:spcPts val="0"/>
              </a:spcAft>
              <a:buNone/>
              <a:defRPr baseline="0">
                <a:solidFill>
                  <a:schemeClr val="tx1"/>
                </a:solidFill>
              </a:defRPr>
            </a:lvl1pPr>
          </a:lstStyle>
          <a:p>
            <a:pPr lvl="0"/>
            <a:r>
              <a:rPr lang="fr-FR" dirty="0" smtClean="0">
                <a:solidFill>
                  <a:schemeClr val="tx2"/>
                </a:solidFill>
              </a:rPr>
              <a:t>titre de la partie</a:t>
            </a:r>
            <a:endParaRPr lang="fr-FR" dirty="0"/>
          </a:p>
        </p:txBody>
      </p:sp>
      <p:sp>
        <p:nvSpPr>
          <p:cNvPr id="23" name="Espace réservé du texte 4"/>
          <p:cNvSpPr>
            <a:spLocks noGrp="1"/>
          </p:cNvSpPr>
          <p:nvPr>
            <p:ph type="body" sz="quarter" idx="34" hasCustomPrompt="1"/>
          </p:nvPr>
        </p:nvSpPr>
        <p:spPr>
          <a:xfrm>
            <a:off x="2599604" y="5217647"/>
            <a:ext cx="5500788" cy="373268"/>
          </a:xfrm>
        </p:spPr>
        <p:txBody>
          <a:bodyPr/>
          <a:lstStyle>
            <a:lvl1pPr marL="0" indent="0">
              <a:spcAft>
                <a:spcPts val="0"/>
              </a:spcAft>
              <a:buNone/>
              <a:defRPr baseline="0">
                <a:solidFill>
                  <a:schemeClr val="tx1"/>
                </a:solidFill>
              </a:defRPr>
            </a:lvl1pPr>
          </a:lstStyle>
          <a:p>
            <a:pPr lvl="0"/>
            <a:r>
              <a:rPr lang="fr-FR" dirty="0" smtClean="0">
                <a:solidFill>
                  <a:schemeClr val="tx2"/>
                </a:solidFill>
              </a:rPr>
              <a:t>titre de la partie</a:t>
            </a:r>
            <a:endParaRPr lang="fr-FR" dirty="0"/>
          </a:p>
        </p:txBody>
      </p:sp>
      <p:sp>
        <p:nvSpPr>
          <p:cNvPr id="24" name="Espace réservé du texte 4"/>
          <p:cNvSpPr>
            <a:spLocks noGrp="1"/>
          </p:cNvSpPr>
          <p:nvPr>
            <p:ph type="body" sz="quarter" idx="35" hasCustomPrompt="1"/>
          </p:nvPr>
        </p:nvSpPr>
        <p:spPr>
          <a:xfrm>
            <a:off x="2599604" y="4356901"/>
            <a:ext cx="5500788" cy="373268"/>
          </a:xfrm>
        </p:spPr>
        <p:txBody>
          <a:bodyPr/>
          <a:lstStyle>
            <a:lvl1pPr marL="0" indent="0">
              <a:spcAft>
                <a:spcPts val="0"/>
              </a:spcAft>
              <a:buNone/>
              <a:defRPr baseline="0">
                <a:solidFill>
                  <a:schemeClr val="tx1"/>
                </a:solidFill>
              </a:defRPr>
            </a:lvl1pPr>
          </a:lstStyle>
          <a:p>
            <a:pPr lvl="0"/>
            <a:r>
              <a:rPr lang="fr-FR" dirty="0" smtClean="0">
                <a:solidFill>
                  <a:schemeClr val="tx2"/>
                </a:solidFill>
              </a:rPr>
              <a:t>titre de la partie</a:t>
            </a:r>
            <a:endParaRPr lang="fr-FR" dirty="0"/>
          </a:p>
        </p:txBody>
      </p:sp>
      <p:sp>
        <p:nvSpPr>
          <p:cNvPr id="25" name="Espace réservé du texte 4"/>
          <p:cNvSpPr>
            <a:spLocks noGrp="1"/>
          </p:cNvSpPr>
          <p:nvPr>
            <p:ph type="body" sz="quarter" idx="36" hasCustomPrompt="1"/>
          </p:nvPr>
        </p:nvSpPr>
        <p:spPr>
          <a:xfrm>
            <a:off x="2592861" y="4783924"/>
            <a:ext cx="5500788" cy="373268"/>
          </a:xfrm>
        </p:spPr>
        <p:txBody>
          <a:bodyPr/>
          <a:lstStyle>
            <a:lvl1pPr marL="0" indent="0">
              <a:spcAft>
                <a:spcPts val="0"/>
              </a:spcAft>
              <a:buNone/>
              <a:defRPr baseline="0">
                <a:solidFill>
                  <a:schemeClr val="tx1"/>
                </a:solidFill>
              </a:defRPr>
            </a:lvl1pPr>
          </a:lstStyle>
          <a:p>
            <a:pPr lvl="0"/>
            <a:r>
              <a:rPr lang="fr-FR" dirty="0" smtClean="0">
                <a:solidFill>
                  <a:schemeClr val="tx2"/>
                </a:solidFill>
              </a:rPr>
              <a:t>titre de la partie</a:t>
            </a:r>
            <a:endParaRPr lang="fr-FR" dirty="0"/>
          </a:p>
        </p:txBody>
      </p:sp>
      <p:sp>
        <p:nvSpPr>
          <p:cNvPr id="26" name="Rectangle 762"/>
          <p:cNvSpPr>
            <a:spLocks noChangeArrowheads="1"/>
          </p:cNvSpPr>
          <p:nvPr userDrawn="1"/>
        </p:nvSpPr>
        <p:spPr bwMode="auto">
          <a:xfrm>
            <a:off x="1005508" y="6408738"/>
            <a:ext cx="2795588"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r>
              <a:rPr lang="en-GB" sz="1000" dirty="0" smtClean="0">
                <a:solidFill>
                  <a:schemeClr val="bg1">
                    <a:lumMod val="50000"/>
                  </a:schemeClr>
                </a:solidFill>
                <a:latin typeface="Helvetica 55 Roman" pitchFamily="34" charset="0"/>
              </a:rPr>
              <a:t>interne</a:t>
            </a:r>
            <a:r>
              <a:rPr lang="en-US" sz="1000" dirty="0" smtClean="0">
                <a:solidFill>
                  <a:schemeClr val="bg1">
                    <a:lumMod val="50000"/>
                  </a:schemeClr>
                </a:solidFill>
                <a:latin typeface="Helvetica 55 Roman" pitchFamily="34" charset="0"/>
              </a:rPr>
              <a:t> </a:t>
            </a:r>
            <a:r>
              <a:rPr lang="en-US" sz="1000" dirty="0">
                <a:solidFill>
                  <a:schemeClr val="bg1">
                    <a:lumMod val="50000"/>
                  </a:schemeClr>
                </a:solidFill>
                <a:latin typeface="Helvetica 55 Roman" pitchFamily="34" charset="0"/>
              </a:rPr>
              <a:t>Orange</a:t>
            </a:r>
          </a:p>
        </p:txBody>
      </p:sp>
      <p:sp>
        <p:nvSpPr>
          <p:cNvPr id="29" name="Rectangle 762"/>
          <p:cNvSpPr>
            <a:spLocks noChangeArrowheads="1"/>
          </p:cNvSpPr>
          <p:nvPr userDrawn="1"/>
        </p:nvSpPr>
        <p:spPr bwMode="auto">
          <a:xfrm>
            <a:off x="395536" y="6408738"/>
            <a:ext cx="504056"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fld id="{EFE14BF7-218F-4596-8202-541E14B3C423}" type="slidenum">
              <a:rPr lang="en-US" sz="1000" smtClean="0">
                <a:solidFill>
                  <a:schemeClr val="bg1">
                    <a:lumMod val="50000"/>
                  </a:schemeClr>
                </a:solidFill>
                <a:latin typeface="Helvetica 55 Roman" pitchFamily="34" charset="0"/>
              </a:rPr>
              <a:t>‹N°›</a:t>
            </a:fld>
            <a:endParaRPr lang="en-US" sz="1000" dirty="0">
              <a:solidFill>
                <a:schemeClr val="bg1">
                  <a:lumMod val="50000"/>
                </a:schemeClr>
              </a:solidFill>
              <a:latin typeface="Helvetica 55 Roman" pitchFamily="34" charset="0"/>
            </a:endParaRPr>
          </a:p>
        </p:txBody>
      </p:sp>
    </p:spTree>
    <p:extLst>
      <p:ext uri="{BB962C8B-B14F-4D97-AF65-F5344CB8AC3E}">
        <p14:creationId xmlns:p14="http://schemas.microsoft.com/office/powerpoint/2010/main" val="171727082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uces simples">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1016213" y="403200"/>
            <a:ext cx="7084800" cy="982800"/>
          </a:xfrm>
        </p:spPr>
        <p:txBody>
          <a:bodyPr/>
          <a:lstStyle>
            <a:lvl1pPr algn="l">
              <a:defRPr baseline="0"/>
            </a:lvl1pPr>
          </a:lstStyle>
          <a:p>
            <a:r>
              <a:rPr lang="fr-FR" dirty="0" smtClean="0"/>
              <a:t>pour ajouter une diapo différente &gt; Accueil &gt; Nouvelle diapositive (puis cliquez menu déroulant) </a:t>
            </a:r>
            <a:endParaRPr lang="fr-FR" dirty="0"/>
          </a:p>
        </p:txBody>
      </p:sp>
      <p:sp>
        <p:nvSpPr>
          <p:cNvPr id="26" name="Espace réservé du contenu 2"/>
          <p:cNvSpPr>
            <a:spLocks noGrp="1"/>
          </p:cNvSpPr>
          <p:nvPr>
            <p:ph idx="1" hasCustomPrompt="1"/>
          </p:nvPr>
        </p:nvSpPr>
        <p:spPr>
          <a:xfrm>
            <a:off x="1042988" y="1773238"/>
            <a:ext cx="7058025" cy="3887787"/>
          </a:xfrm>
        </p:spPr>
        <p:txBody>
          <a:bodyPr/>
          <a:lstStyle>
            <a:lvl1pPr>
              <a:defRPr sz="1800" baseline="0"/>
            </a:lvl1pPr>
            <a:lvl2pPr>
              <a:spcAft>
                <a:spcPct val="0"/>
              </a:spcAft>
              <a:buFont typeface="Arial" charset="0"/>
              <a:buChar char="–"/>
              <a:defRPr/>
            </a:lvl2pPr>
          </a:lstStyle>
          <a:p>
            <a:r>
              <a:rPr lang="fr-FR" dirty="0" smtClean="0"/>
              <a:t>écrivez le texte ici, si besoin sélectionnez une icône ci-dessous pour ajouter un tableau, un graphique, un </a:t>
            </a:r>
            <a:r>
              <a:rPr lang="fr-FR" dirty="0" err="1" smtClean="0"/>
              <a:t>SmartArt</a:t>
            </a:r>
            <a:r>
              <a:rPr lang="fr-FR" dirty="0" smtClean="0"/>
              <a:t>, une image ou une vidéo</a:t>
            </a:r>
            <a:endParaRPr lang="fr-FR" dirty="0"/>
          </a:p>
        </p:txBody>
      </p:sp>
      <p:sp>
        <p:nvSpPr>
          <p:cNvPr id="4" name="Rectangle 762"/>
          <p:cNvSpPr>
            <a:spLocks noChangeArrowheads="1"/>
          </p:cNvSpPr>
          <p:nvPr userDrawn="1"/>
        </p:nvSpPr>
        <p:spPr bwMode="auto">
          <a:xfrm>
            <a:off x="1005508" y="6408738"/>
            <a:ext cx="2795588"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r>
              <a:rPr lang="en-GB" sz="1000" dirty="0" smtClean="0">
                <a:solidFill>
                  <a:schemeClr val="bg1">
                    <a:lumMod val="50000"/>
                  </a:schemeClr>
                </a:solidFill>
                <a:latin typeface="Helvetica 55 Roman" pitchFamily="34" charset="0"/>
              </a:rPr>
              <a:t>interne</a:t>
            </a:r>
            <a:r>
              <a:rPr lang="en-US" sz="1000" dirty="0" smtClean="0">
                <a:solidFill>
                  <a:schemeClr val="bg1">
                    <a:lumMod val="50000"/>
                  </a:schemeClr>
                </a:solidFill>
                <a:latin typeface="Helvetica 55 Roman" pitchFamily="34" charset="0"/>
              </a:rPr>
              <a:t> </a:t>
            </a:r>
            <a:r>
              <a:rPr lang="en-US" sz="1000" dirty="0">
                <a:solidFill>
                  <a:schemeClr val="bg1">
                    <a:lumMod val="50000"/>
                  </a:schemeClr>
                </a:solidFill>
                <a:latin typeface="Helvetica 55 Roman" pitchFamily="34" charset="0"/>
              </a:rPr>
              <a:t>Orange</a:t>
            </a:r>
          </a:p>
        </p:txBody>
      </p:sp>
      <p:sp>
        <p:nvSpPr>
          <p:cNvPr id="5" name="Rectangle 762"/>
          <p:cNvSpPr>
            <a:spLocks noChangeArrowheads="1"/>
          </p:cNvSpPr>
          <p:nvPr userDrawn="1"/>
        </p:nvSpPr>
        <p:spPr bwMode="auto">
          <a:xfrm>
            <a:off x="395536" y="6408738"/>
            <a:ext cx="504056"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fld id="{EFE14BF7-218F-4596-8202-541E14B3C423}" type="slidenum">
              <a:rPr lang="en-US" sz="1000" smtClean="0">
                <a:solidFill>
                  <a:schemeClr val="bg1">
                    <a:lumMod val="50000"/>
                  </a:schemeClr>
                </a:solidFill>
                <a:latin typeface="Helvetica 55 Roman" pitchFamily="34" charset="0"/>
              </a:rPr>
              <a:t>‹N°›</a:t>
            </a:fld>
            <a:endParaRPr lang="en-US" sz="1000" dirty="0">
              <a:solidFill>
                <a:schemeClr val="bg1">
                  <a:lumMod val="50000"/>
                </a:schemeClr>
              </a:solidFill>
              <a:latin typeface="Helvetica 55 Roman" pitchFamily="34" charset="0"/>
            </a:endParaRPr>
          </a:p>
        </p:txBody>
      </p:sp>
    </p:spTree>
    <p:extLst>
      <p:ext uri="{BB962C8B-B14F-4D97-AF65-F5344CB8AC3E}">
        <p14:creationId xmlns:p14="http://schemas.microsoft.com/office/powerpoint/2010/main" val="164062128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lusieurs niveaux hiérarchiques">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1015200" y="404813"/>
            <a:ext cx="7071413" cy="982800"/>
          </a:xfrm>
        </p:spPr>
        <p:txBody>
          <a:bodyPr/>
          <a:lstStyle>
            <a:lvl1pPr algn="l">
              <a:defRPr/>
            </a:lvl1pPr>
          </a:lstStyle>
          <a:p>
            <a:r>
              <a:rPr lang="fr-FR" dirty="0" smtClean="0"/>
              <a:t>diapositive avec plusieurs niveaux hiérarchiques</a:t>
            </a:r>
            <a:endParaRPr lang="fr-FR" dirty="0"/>
          </a:p>
        </p:txBody>
      </p:sp>
      <p:sp>
        <p:nvSpPr>
          <p:cNvPr id="4" name="Espace réservé du contenu 2"/>
          <p:cNvSpPr>
            <a:spLocks noGrp="1"/>
          </p:cNvSpPr>
          <p:nvPr>
            <p:ph idx="1" hasCustomPrompt="1"/>
          </p:nvPr>
        </p:nvSpPr>
        <p:spPr>
          <a:xfrm>
            <a:off x="1042988" y="1773238"/>
            <a:ext cx="7058025" cy="3887787"/>
          </a:xfrm>
        </p:spPr>
        <p:txBody>
          <a:bodyPr/>
          <a:lstStyle>
            <a:lvl1pPr>
              <a:defRPr sz="1800" baseline="0">
                <a:solidFill>
                  <a:srgbClr val="FF6600"/>
                </a:solidFill>
                <a:latin typeface="Helvetica 55 Roman" pitchFamily="34" charset="0"/>
              </a:defRPr>
            </a:lvl1pPr>
            <a:lvl2pPr>
              <a:spcAft>
                <a:spcPct val="0"/>
              </a:spcAft>
              <a:buFont typeface="Arial" charset="0"/>
              <a:buChar char="–"/>
              <a:defRPr sz="1600">
                <a:latin typeface="Helvetica 55 Roman" pitchFamily="34" charset="0"/>
              </a:defRPr>
            </a:lvl2pPr>
            <a:lvl3pPr>
              <a:defRPr sz="1600">
                <a:latin typeface="Helvetica 55 Roman" pitchFamily="34" charset="0"/>
              </a:defRPr>
            </a:lvl3pPr>
            <a:lvl4pPr>
              <a:defRPr sz="1600">
                <a:latin typeface="Helvetica 55 Roman" pitchFamily="34" charset="0"/>
              </a:defRPr>
            </a:lvl4pPr>
            <a:lvl5pPr>
              <a:defRPr sz="1600" baseline="0">
                <a:latin typeface="Helvetica 55 Roman" pitchFamily="34" charset="0"/>
              </a:defRPr>
            </a:lvl5pPr>
          </a:lstStyle>
          <a:p>
            <a:pPr lvl="0"/>
            <a:r>
              <a:rPr lang="fr-FR" dirty="0" smtClean="0"/>
              <a:t>modifiez les styles du texte du masque</a:t>
            </a:r>
          </a:p>
          <a:p>
            <a:pPr lvl="1"/>
            <a:r>
              <a:rPr lang="fr-FR" dirty="0" smtClean="0"/>
              <a:t>deuxième niveau</a:t>
            </a:r>
          </a:p>
          <a:p>
            <a:pPr lvl="2"/>
            <a:r>
              <a:rPr lang="fr-FR" dirty="0" smtClean="0"/>
              <a:t>troisième niveau</a:t>
            </a:r>
          </a:p>
          <a:p>
            <a:pPr lvl="3"/>
            <a:r>
              <a:rPr lang="fr-FR" dirty="0" smtClean="0"/>
              <a:t>quatrième niveau</a:t>
            </a:r>
          </a:p>
          <a:p>
            <a:pPr lvl="4"/>
            <a:r>
              <a:rPr lang="fr-FR" dirty="0" smtClean="0"/>
              <a:t>cinquième niveau</a:t>
            </a:r>
            <a:endParaRPr lang="fr-FR" dirty="0"/>
          </a:p>
        </p:txBody>
      </p:sp>
      <p:sp>
        <p:nvSpPr>
          <p:cNvPr id="5" name="Rectangle 762"/>
          <p:cNvSpPr>
            <a:spLocks noChangeArrowheads="1"/>
          </p:cNvSpPr>
          <p:nvPr userDrawn="1"/>
        </p:nvSpPr>
        <p:spPr bwMode="auto">
          <a:xfrm>
            <a:off x="1005508" y="6408738"/>
            <a:ext cx="2795588"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r>
              <a:rPr lang="en-GB" sz="1000" dirty="0" smtClean="0">
                <a:solidFill>
                  <a:schemeClr val="bg1">
                    <a:lumMod val="50000"/>
                  </a:schemeClr>
                </a:solidFill>
                <a:latin typeface="Helvetica 55 Roman" pitchFamily="34" charset="0"/>
              </a:rPr>
              <a:t>interne</a:t>
            </a:r>
            <a:r>
              <a:rPr lang="en-US" sz="1000" dirty="0" smtClean="0">
                <a:solidFill>
                  <a:schemeClr val="bg1">
                    <a:lumMod val="50000"/>
                  </a:schemeClr>
                </a:solidFill>
                <a:latin typeface="Helvetica 55 Roman" pitchFamily="34" charset="0"/>
              </a:rPr>
              <a:t> </a:t>
            </a:r>
            <a:r>
              <a:rPr lang="en-US" sz="1000" dirty="0">
                <a:solidFill>
                  <a:schemeClr val="bg1">
                    <a:lumMod val="50000"/>
                  </a:schemeClr>
                </a:solidFill>
                <a:latin typeface="Helvetica 55 Roman" pitchFamily="34" charset="0"/>
              </a:rPr>
              <a:t>Orange</a:t>
            </a:r>
          </a:p>
        </p:txBody>
      </p:sp>
      <p:sp>
        <p:nvSpPr>
          <p:cNvPr id="6" name="Rectangle 762"/>
          <p:cNvSpPr>
            <a:spLocks noChangeArrowheads="1"/>
          </p:cNvSpPr>
          <p:nvPr userDrawn="1"/>
        </p:nvSpPr>
        <p:spPr bwMode="auto">
          <a:xfrm>
            <a:off x="395536" y="6408738"/>
            <a:ext cx="504056"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fld id="{EFE14BF7-218F-4596-8202-541E14B3C423}" type="slidenum">
              <a:rPr lang="en-US" sz="1000" smtClean="0">
                <a:solidFill>
                  <a:schemeClr val="bg1">
                    <a:lumMod val="50000"/>
                  </a:schemeClr>
                </a:solidFill>
                <a:latin typeface="Helvetica 55 Roman" pitchFamily="34" charset="0"/>
              </a:rPr>
              <a:t>‹N°›</a:t>
            </a:fld>
            <a:endParaRPr lang="en-US" sz="1000" dirty="0">
              <a:solidFill>
                <a:schemeClr val="bg1">
                  <a:lumMod val="50000"/>
                </a:schemeClr>
              </a:solidFill>
              <a:latin typeface="Helvetica 55 Roman" pitchFamily="34" charset="0"/>
            </a:endParaRPr>
          </a:p>
        </p:txBody>
      </p:sp>
    </p:spTree>
    <p:extLst>
      <p:ext uri="{BB962C8B-B14F-4D97-AF65-F5344CB8AC3E}">
        <p14:creationId xmlns:p14="http://schemas.microsoft.com/office/powerpoint/2010/main" val="2036566740"/>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aragraphes">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1015200" y="403200"/>
            <a:ext cx="7058025" cy="982800"/>
          </a:xfrm>
        </p:spPr>
        <p:txBody>
          <a:bodyPr/>
          <a:lstStyle>
            <a:lvl1pPr algn="l">
              <a:defRPr/>
            </a:lvl1pPr>
          </a:lstStyle>
          <a:p>
            <a:r>
              <a:rPr lang="fr-FR" dirty="0" smtClean="0"/>
              <a:t>diapositive avec paragraphes</a:t>
            </a:r>
            <a:endParaRPr lang="fr-FR" dirty="0"/>
          </a:p>
        </p:txBody>
      </p:sp>
      <p:sp>
        <p:nvSpPr>
          <p:cNvPr id="5" name="Espace réservé du texte 6"/>
          <p:cNvSpPr>
            <a:spLocks noGrp="1"/>
          </p:cNvSpPr>
          <p:nvPr>
            <p:ph type="body" sz="quarter" idx="11" hasCustomPrompt="1"/>
          </p:nvPr>
        </p:nvSpPr>
        <p:spPr>
          <a:xfrm>
            <a:off x="1043608" y="1768536"/>
            <a:ext cx="7037207" cy="3748027"/>
          </a:xfrm>
        </p:spPr>
        <p:txBody>
          <a:bodyPr/>
          <a:lstStyle>
            <a:lvl1pPr marL="0" marR="0" indent="0" algn="l" defTabSz="914400" rtl="0" eaLnBrk="1" fontAlgn="base" latinLnBrk="0" hangingPunct="1">
              <a:lnSpc>
                <a:spcPct val="100000"/>
              </a:lnSpc>
              <a:spcBef>
                <a:spcPct val="0"/>
              </a:spcBef>
              <a:spcAft>
                <a:spcPts val="0"/>
              </a:spcAft>
              <a:buClr>
                <a:schemeClr val="tx2"/>
              </a:buClr>
              <a:buSzPct val="70000"/>
              <a:buFont typeface="Wingdings" pitchFamily="2" charset="2"/>
              <a:buNone/>
              <a:tabLst/>
              <a:defRPr sz="1800">
                <a:solidFill>
                  <a:schemeClr val="tx1"/>
                </a:solidFill>
              </a:defRPr>
            </a:lvl1pPr>
          </a:lstStyle>
          <a:p>
            <a:pPr marL="0" indent="0">
              <a:buFont typeface="Wingdings" pitchFamily="2" charset="2"/>
              <a:buNone/>
            </a:pPr>
            <a:r>
              <a:rPr lang="fr-FR" dirty="0" smtClean="0"/>
              <a:t>Le texte courant s’écrit ici, le texte courant s’écrit ici, le texte courant s’écrit ici, le texte courant s’écrit ici, le texte courant s’écrit ici, le texte courant s’écrit ici le texte courant s’écrit ici, le texte courant s’écrit ici, le texte courant s’écrit ici, le texte courant s’écrit ici, le texte courant s’écrit ici, le texte courant s’écrit ici. </a:t>
            </a:r>
          </a:p>
          <a:p>
            <a:pPr marL="0" indent="0">
              <a:buFont typeface="Wingdings" pitchFamily="2" charset="2"/>
              <a:buNone/>
            </a:pPr>
            <a:r>
              <a:rPr lang="fr-FR" dirty="0" smtClean="0"/>
              <a:t>Le texte courant s’écrit ici, le texte courant s’écrit ici, le texte courant s’écrit ici, le texte courant s’écrit ici, le texte courant s’écrit ici, le texte courant s’écrit ici le texte courant s’écrit ici, le texte courant s’écrit ici, le texte courant s’écrit ici, le texte courant s’écrit ici, le texte courant s’écrit ici, le texte courant s’écrit ici.</a:t>
            </a:r>
            <a:endParaRPr lang="fr-FR" dirty="0"/>
          </a:p>
        </p:txBody>
      </p:sp>
      <p:sp>
        <p:nvSpPr>
          <p:cNvPr id="4" name="Rectangle 762"/>
          <p:cNvSpPr>
            <a:spLocks noChangeArrowheads="1"/>
          </p:cNvSpPr>
          <p:nvPr userDrawn="1"/>
        </p:nvSpPr>
        <p:spPr bwMode="auto">
          <a:xfrm>
            <a:off x="1005508" y="6408738"/>
            <a:ext cx="2795588"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r>
              <a:rPr lang="en-GB" sz="1000" dirty="0" smtClean="0">
                <a:solidFill>
                  <a:schemeClr val="bg1">
                    <a:lumMod val="50000"/>
                  </a:schemeClr>
                </a:solidFill>
                <a:latin typeface="Helvetica 55 Roman" pitchFamily="34" charset="0"/>
              </a:rPr>
              <a:t>interne</a:t>
            </a:r>
            <a:r>
              <a:rPr lang="en-US" sz="1000" dirty="0" smtClean="0">
                <a:solidFill>
                  <a:schemeClr val="bg1">
                    <a:lumMod val="50000"/>
                  </a:schemeClr>
                </a:solidFill>
                <a:latin typeface="Helvetica 55 Roman" pitchFamily="34" charset="0"/>
              </a:rPr>
              <a:t> </a:t>
            </a:r>
            <a:r>
              <a:rPr lang="en-US" sz="1000" dirty="0">
                <a:solidFill>
                  <a:schemeClr val="bg1">
                    <a:lumMod val="50000"/>
                  </a:schemeClr>
                </a:solidFill>
                <a:latin typeface="Helvetica 55 Roman" pitchFamily="34" charset="0"/>
              </a:rPr>
              <a:t>Orange</a:t>
            </a:r>
          </a:p>
        </p:txBody>
      </p:sp>
      <p:sp>
        <p:nvSpPr>
          <p:cNvPr id="6" name="Rectangle 762"/>
          <p:cNvSpPr>
            <a:spLocks noChangeArrowheads="1"/>
          </p:cNvSpPr>
          <p:nvPr userDrawn="1"/>
        </p:nvSpPr>
        <p:spPr bwMode="auto">
          <a:xfrm>
            <a:off x="395536" y="6408738"/>
            <a:ext cx="504056"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fld id="{EFE14BF7-218F-4596-8202-541E14B3C423}" type="slidenum">
              <a:rPr lang="en-US" sz="1000" smtClean="0">
                <a:solidFill>
                  <a:schemeClr val="bg1">
                    <a:lumMod val="50000"/>
                  </a:schemeClr>
                </a:solidFill>
                <a:latin typeface="Helvetica 55 Roman" pitchFamily="34" charset="0"/>
              </a:rPr>
              <a:t>‹N°›</a:t>
            </a:fld>
            <a:endParaRPr lang="en-US" sz="1000" dirty="0">
              <a:solidFill>
                <a:schemeClr val="bg1">
                  <a:lumMod val="50000"/>
                </a:schemeClr>
              </a:solidFill>
              <a:latin typeface="Helvetica 55 Roman" pitchFamily="34" charset="0"/>
            </a:endParaRPr>
          </a:p>
        </p:txBody>
      </p:sp>
    </p:spTree>
    <p:extLst>
      <p:ext uri="{BB962C8B-B14F-4D97-AF65-F5344CB8AC3E}">
        <p14:creationId xmlns:p14="http://schemas.microsoft.com/office/powerpoint/2010/main" val="3466785450"/>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1015200" y="404664"/>
            <a:ext cx="7057405" cy="982800"/>
          </a:xfrm>
        </p:spPr>
        <p:txBody>
          <a:bodyPr/>
          <a:lstStyle>
            <a:lvl1pPr algn="l">
              <a:defRPr/>
            </a:lvl1pPr>
          </a:lstStyle>
          <a:p>
            <a:r>
              <a:rPr lang="fr-FR" dirty="0" smtClean="0"/>
              <a:t>titre seul</a:t>
            </a:r>
            <a:endParaRPr lang="fr-FR" dirty="0"/>
          </a:p>
        </p:txBody>
      </p:sp>
      <p:sp>
        <p:nvSpPr>
          <p:cNvPr id="3" name="Rectangle 762"/>
          <p:cNvSpPr>
            <a:spLocks noChangeArrowheads="1"/>
          </p:cNvSpPr>
          <p:nvPr userDrawn="1"/>
        </p:nvSpPr>
        <p:spPr bwMode="auto">
          <a:xfrm>
            <a:off x="1005508" y="6408738"/>
            <a:ext cx="2795588"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r>
              <a:rPr lang="en-GB" sz="1000" dirty="0" smtClean="0">
                <a:solidFill>
                  <a:schemeClr val="bg1">
                    <a:lumMod val="50000"/>
                  </a:schemeClr>
                </a:solidFill>
                <a:latin typeface="Helvetica 55 Roman" pitchFamily="34" charset="0"/>
              </a:rPr>
              <a:t>interne</a:t>
            </a:r>
            <a:r>
              <a:rPr lang="en-US" sz="1000" dirty="0" smtClean="0">
                <a:solidFill>
                  <a:schemeClr val="bg1">
                    <a:lumMod val="50000"/>
                  </a:schemeClr>
                </a:solidFill>
                <a:latin typeface="Helvetica 55 Roman" pitchFamily="34" charset="0"/>
              </a:rPr>
              <a:t> </a:t>
            </a:r>
            <a:r>
              <a:rPr lang="en-US" sz="1000" dirty="0">
                <a:solidFill>
                  <a:schemeClr val="bg1">
                    <a:lumMod val="50000"/>
                  </a:schemeClr>
                </a:solidFill>
                <a:latin typeface="Helvetica 55 Roman" pitchFamily="34" charset="0"/>
              </a:rPr>
              <a:t>Orange</a:t>
            </a:r>
          </a:p>
        </p:txBody>
      </p:sp>
      <p:sp>
        <p:nvSpPr>
          <p:cNvPr id="4" name="Rectangle 762"/>
          <p:cNvSpPr>
            <a:spLocks noChangeArrowheads="1"/>
          </p:cNvSpPr>
          <p:nvPr userDrawn="1"/>
        </p:nvSpPr>
        <p:spPr bwMode="auto">
          <a:xfrm>
            <a:off x="395536" y="6408738"/>
            <a:ext cx="504056"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fld id="{EFE14BF7-218F-4596-8202-541E14B3C423}" type="slidenum">
              <a:rPr lang="en-US" sz="1000" smtClean="0">
                <a:solidFill>
                  <a:schemeClr val="bg1">
                    <a:lumMod val="50000"/>
                  </a:schemeClr>
                </a:solidFill>
                <a:latin typeface="Helvetica 55 Roman" pitchFamily="34" charset="0"/>
              </a:rPr>
              <a:t>‹N°›</a:t>
            </a:fld>
            <a:endParaRPr lang="en-US" sz="1000" dirty="0">
              <a:solidFill>
                <a:schemeClr val="bg1">
                  <a:lumMod val="50000"/>
                </a:schemeClr>
              </a:solidFill>
              <a:latin typeface="Helvetica 55 Roman" pitchFamily="34" charset="0"/>
            </a:endParaRPr>
          </a:p>
        </p:txBody>
      </p:sp>
    </p:spTree>
    <p:extLst>
      <p:ext uri="{BB962C8B-B14F-4D97-AF65-F5344CB8AC3E}">
        <p14:creationId xmlns:p14="http://schemas.microsoft.com/office/powerpoint/2010/main" val="308246727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eux colonnes">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1015200" y="404813"/>
            <a:ext cx="7084800" cy="982800"/>
          </a:xfrm>
        </p:spPr>
        <p:txBody>
          <a:bodyPr/>
          <a:lstStyle>
            <a:lvl1pPr algn="l">
              <a:defRPr/>
            </a:lvl1pPr>
          </a:lstStyle>
          <a:p>
            <a:r>
              <a:rPr lang="fr-FR" dirty="0" smtClean="0"/>
              <a:t>diapositive sur deux colonnes</a:t>
            </a:r>
            <a:endParaRPr lang="fr-FR" dirty="0"/>
          </a:p>
        </p:txBody>
      </p:sp>
      <p:sp>
        <p:nvSpPr>
          <p:cNvPr id="3" name="Espace réservé du texte 6"/>
          <p:cNvSpPr>
            <a:spLocks noGrp="1"/>
          </p:cNvSpPr>
          <p:nvPr>
            <p:ph type="body" sz="quarter" idx="11" hasCustomPrompt="1"/>
          </p:nvPr>
        </p:nvSpPr>
        <p:spPr>
          <a:xfrm>
            <a:off x="1042988" y="1773238"/>
            <a:ext cx="3313113" cy="3743325"/>
          </a:xfrm>
        </p:spPr>
        <p:txBody>
          <a:bodyPr/>
          <a:lstStyle>
            <a:lvl1pPr>
              <a:spcAft>
                <a:spcPts val="0"/>
              </a:spcAft>
              <a:defRPr sz="1800"/>
            </a:lvl1pPr>
          </a:lstStyle>
          <a:p>
            <a:pPr marL="185738" indent="-185738"/>
            <a:r>
              <a:rPr lang="fr-FR" sz="1600" dirty="0" smtClean="0"/>
              <a:t>le texte courant peut être écrit sur deux colonnes…</a:t>
            </a:r>
          </a:p>
        </p:txBody>
      </p:sp>
      <p:sp>
        <p:nvSpPr>
          <p:cNvPr id="4" name="Espace réservé du texte 6"/>
          <p:cNvSpPr>
            <a:spLocks noGrp="1"/>
          </p:cNvSpPr>
          <p:nvPr>
            <p:ph type="body" sz="quarter" idx="12" hasCustomPrompt="1"/>
          </p:nvPr>
        </p:nvSpPr>
        <p:spPr>
          <a:xfrm>
            <a:off x="4787900" y="1773238"/>
            <a:ext cx="3313113" cy="3743325"/>
          </a:xfrm>
        </p:spPr>
        <p:txBody>
          <a:bodyPr/>
          <a:lstStyle>
            <a:lvl1pPr>
              <a:spcAft>
                <a:spcPts val="0"/>
              </a:spcAft>
              <a:defRPr sz="1800"/>
            </a:lvl1pPr>
          </a:lstStyle>
          <a:p>
            <a:pPr marL="185738" indent="-185738"/>
            <a:r>
              <a:rPr lang="fr-FR" sz="1600" dirty="0" smtClean="0"/>
              <a:t>le texte courant peut être écrit sur deux colonnes…</a:t>
            </a:r>
          </a:p>
        </p:txBody>
      </p:sp>
      <p:sp>
        <p:nvSpPr>
          <p:cNvPr id="5" name="Rectangle 762"/>
          <p:cNvSpPr>
            <a:spLocks noChangeArrowheads="1"/>
          </p:cNvSpPr>
          <p:nvPr userDrawn="1"/>
        </p:nvSpPr>
        <p:spPr bwMode="auto">
          <a:xfrm>
            <a:off x="1005508" y="6408738"/>
            <a:ext cx="2795588"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r>
              <a:rPr lang="en-GB" sz="1000" dirty="0" smtClean="0">
                <a:solidFill>
                  <a:schemeClr val="bg1">
                    <a:lumMod val="50000"/>
                  </a:schemeClr>
                </a:solidFill>
                <a:latin typeface="Helvetica 55 Roman" pitchFamily="34" charset="0"/>
              </a:rPr>
              <a:t>interne</a:t>
            </a:r>
            <a:r>
              <a:rPr lang="en-US" sz="1000" dirty="0" smtClean="0">
                <a:solidFill>
                  <a:schemeClr val="bg1">
                    <a:lumMod val="50000"/>
                  </a:schemeClr>
                </a:solidFill>
                <a:latin typeface="Helvetica 55 Roman" pitchFamily="34" charset="0"/>
              </a:rPr>
              <a:t> </a:t>
            </a:r>
            <a:r>
              <a:rPr lang="en-US" sz="1000" dirty="0">
                <a:solidFill>
                  <a:schemeClr val="bg1">
                    <a:lumMod val="50000"/>
                  </a:schemeClr>
                </a:solidFill>
                <a:latin typeface="Helvetica 55 Roman" pitchFamily="34" charset="0"/>
              </a:rPr>
              <a:t>Orange</a:t>
            </a:r>
          </a:p>
        </p:txBody>
      </p:sp>
      <p:sp>
        <p:nvSpPr>
          <p:cNvPr id="6" name="Rectangle 762"/>
          <p:cNvSpPr>
            <a:spLocks noChangeArrowheads="1"/>
          </p:cNvSpPr>
          <p:nvPr userDrawn="1"/>
        </p:nvSpPr>
        <p:spPr bwMode="auto">
          <a:xfrm>
            <a:off x="395536" y="6408738"/>
            <a:ext cx="504056"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fld id="{EFE14BF7-218F-4596-8202-541E14B3C423}" type="slidenum">
              <a:rPr lang="en-US" sz="1000" smtClean="0">
                <a:solidFill>
                  <a:schemeClr val="bg1">
                    <a:lumMod val="50000"/>
                  </a:schemeClr>
                </a:solidFill>
                <a:latin typeface="Helvetica 55 Roman" pitchFamily="34" charset="0"/>
              </a:rPr>
              <a:t>‹N°›</a:t>
            </a:fld>
            <a:endParaRPr lang="en-US" sz="1000" dirty="0">
              <a:solidFill>
                <a:schemeClr val="bg1">
                  <a:lumMod val="50000"/>
                </a:schemeClr>
              </a:solidFill>
              <a:latin typeface="Helvetica 55 Roman" pitchFamily="34" charset="0"/>
            </a:endParaRPr>
          </a:p>
        </p:txBody>
      </p:sp>
    </p:spTree>
    <p:extLst>
      <p:ext uri="{BB962C8B-B14F-4D97-AF65-F5344CB8AC3E}">
        <p14:creationId xmlns:p14="http://schemas.microsoft.com/office/powerpoint/2010/main" val="190189330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1016213" y="404813"/>
            <a:ext cx="7084800" cy="982800"/>
          </a:xfrm>
        </p:spPr>
        <p:txBody>
          <a:bodyPr/>
          <a:lstStyle>
            <a:lvl1pPr algn="l">
              <a:defRPr/>
            </a:lvl1pPr>
          </a:lstStyle>
          <a:p>
            <a:r>
              <a:rPr lang="fr-FR" dirty="0" smtClean="0"/>
              <a:t>diapositive avec liste numérique</a:t>
            </a:r>
            <a:endParaRPr lang="fr-FR" dirty="0"/>
          </a:p>
        </p:txBody>
      </p:sp>
      <p:sp>
        <p:nvSpPr>
          <p:cNvPr id="3" name="Rectangle 8"/>
          <p:cNvSpPr>
            <a:spLocks noChangeArrowheads="1"/>
          </p:cNvSpPr>
          <p:nvPr userDrawn="1"/>
        </p:nvSpPr>
        <p:spPr bwMode="auto">
          <a:xfrm>
            <a:off x="1065194" y="1615291"/>
            <a:ext cx="863600" cy="86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193675" indent="-193675" eaLnBrk="0" hangingPunct="0">
              <a:lnSpc>
                <a:spcPct val="110000"/>
              </a:lnSpc>
              <a:spcAft>
                <a:spcPct val="50000"/>
              </a:spcAft>
              <a:buSzPct val="70000"/>
            </a:pPr>
            <a:r>
              <a:rPr lang="en-GB" sz="6400" dirty="0">
                <a:solidFill>
                  <a:srgbClr val="FF6600"/>
                </a:solidFill>
                <a:latin typeface="Helvetica 35 Thin" pitchFamily="34" charset="0"/>
              </a:rPr>
              <a:t>1</a:t>
            </a:r>
            <a:endParaRPr lang="en-GB" sz="5200" dirty="0">
              <a:solidFill>
                <a:srgbClr val="FF6600"/>
              </a:solidFill>
              <a:latin typeface="Helvetica 35 Thin" pitchFamily="34" charset="0"/>
            </a:endParaRPr>
          </a:p>
        </p:txBody>
      </p:sp>
      <p:sp>
        <p:nvSpPr>
          <p:cNvPr id="4" name="Espace réservé du texte 6"/>
          <p:cNvSpPr>
            <a:spLocks noGrp="1"/>
          </p:cNvSpPr>
          <p:nvPr>
            <p:ph type="body" sz="quarter" idx="11" hasCustomPrompt="1"/>
          </p:nvPr>
        </p:nvSpPr>
        <p:spPr>
          <a:xfrm>
            <a:off x="1928795" y="1832706"/>
            <a:ext cx="4000527" cy="863674"/>
          </a:xfrm>
        </p:spPr>
        <p:txBody>
          <a:bodyPr/>
          <a:lstStyle>
            <a:lvl1pPr marL="0" marR="0" indent="0" algn="l" defTabSz="914400" rtl="0" eaLnBrk="1" fontAlgn="base" latinLnBrk="0" hangingPunct="1">
              <a:lnSpc>
                <a:spcPct val="100000"/>
              </a:lnSpc>
              <a:spcBef>
                <a:spcPct val="0"/>
              </a:spcBef>
              <a:spcAft>
                <a:spcPts val="0"/>
              </a:spcAft>
              <a:buClr>
                <a:schemeClr val="tx2"/>
              </a:buClr>
              <a:buSzPct val="70000"/>
              <a:buFont typeface="Wingdings" pitchFamily="2" charset="2"/>
              <a:buNone/>
              <a:tabLst/>
              <a:defRPr>
                <a:solidFill>
                  <a:schemeClr val="tx1"/>
                </a:solidFill>
              </a:defRPr>
            </a:lvl1pPr>
          </a:lstStyle>
          <a:p>
            <a:pPr marL="0" marR="0" lvl="0" indent="0" algn="l" defTabSz="914400" rtl="0" eaLnBrk="1" fontAlgn="base" latinLnBrk="0" hangingPunct="1">
              <a:lnSpc>
                <a:spcPct val="100000"/>
              </a:lnSpc>
              <a:spcBef>
                <a:spcPct val="0"/>
              </a:spcBef>
              <a:spcAft>
                <a:spcPct val="50000"/>
              </a:spcAft>
              <a:buClr>
                <a:schemeClr val="tx2"/>
              </a:buClr>
              <a:buSzPct val="70000"/>
              <a:buFont typeface="Wingdings" pitchFamily="2" charset="2"/>
              <a:buNone/>
              <a:tabLst/>
              <a:defRPr/>
            </a:pPr>
            <a:r>
              <a:rPr lang="fr-FR" dirty="0" smtClean="0"/>
              <a:t>texte courant relatif au point 1</a:t>
            </a:r>
            <a:br>
              <a:rPr lang="fr-FR" dirty="0" smtClean="0"/>
            </a:br>
            <a:r>
              <a:rPr lang="fr-FR" dirty="0" smtClean="0"/>
              <a:t>texte courant relatif au point 1</a:t>
            </a:r>
          </a:p>
          <a:p>
            <a:pPr lvl="0"/>
            <a:endParaRPr lang="fr-FR" dirty="0"/>
          </a:p>
        </p:txBody>
      </p:sp>
      <p:sp>
        <p:nvSpPr>
          <p:cNvPr id="5" name="Rectangle 4"/>
          <p:cNvSpPr>
            <a:spLocks noChangeArrowheads="1"/>
          </p:cNvSpPr>
          <p:nvPr userDrawn="1"/>
        </p:nvSpPr>
        <p:spPr bwMode="auto">
          <a:xfrm>
            <a:off x="1065194" y="2724561"/>
            <a:ext cx="863600" cy="86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193675" indent="-193675" eaLnBrk="0" hangingPunct="0">
              <a:lnSpc>
                <a:spcPct val="110000"/>
              </a:lnSpc>
              <a:spcAft>
                <a:spcPct val="50000"/>
              </a:spcAft>
              <a:buSzPct val="70000"/>
            </a:pPr>
            <a:r>
              <a:rPr lang="en-GB" sz="6400" dirty="0" smtClean="0">
                <a:solidFill>
                  <a:srgbClr val="FF6600"/>
                </a:solidFill>
                <a:latin typeface="Helvetica 35 Thin" pitchFamily="34" charset="0"/>
              </a:rPr>
              <a:t>2</a:t>
            </a:r>
            <a:endParaRPr lang="en-GB" sz="5200" dirty="0">
              <a:solidFill>
                <a:srgbClr val="FF6600"/>
              </a:solidFill>
              <a:latin typeface="Helvetica 35 Thin" pitchFamily="34" charset="0"/>
            </a:endParaRPr>
          </a:p>
        </p:txBody>
      </p:sp>
      <p:sp>
        <p:nvSpPr>
          <p:cNvPr id="6" name="Espace réservé du texte 6"/>
          <p:cNvSpPr>
            <a:spLocks noGrp="1"/>
          </p:cNvSpPr>
          <p:nvPr>
            <p:ph type="body" sz="quarter" idx="12" hasCustomPrompt="1"/>
          </p:nvPr>
        </p:nvSpPr>
        <p:spPr>
          <a:xfrm>
            <a:off x="1928795" y="2984834"/>
            <a:ext cx="4000527" cy="863674"/>
          </a:xfrm>
        </p:spPr>
        <p:txBody>
          <a:bodyPr/>
          <a:lstStyle>
            <a:lvl1pPr marL="0" marR="0" indent="0" algn="l" defTabSz="914400" rtl="0" eaLnBrk="1" fontAlgn="base" latinLnBrk="0" hangingPunct="1">
              <a:lnSpc>
                <a:spcPct val="100000"/>
              </a:lnSpc>
              <a:spcBef>
                <a:spcPct val="0"/>
              </a:spcBef>
              <a:spcAft>
                <a:spcPts val="0"/>
              </a:spcAft>
              <a:buClr>
                <a:schemeClr val="tx2"/>
              </a:buClr>
              <a:buSzPct val="70000"/>
              <a:buFont typeface="Wingdings" pitchFamily="2" charset="2"/>
              <a:buNone/>
              <a:tabLst/>
              <a:defRPr>
                <a:solidFill>
                  <a:schemeClr val="tx1"/>
                </a:solidFill>
              </a:defRPr>
            </a:lvl1pPr>
          </a:lstStyle>
          <a:p>
            <a:pPr marL="0" marR="0" lvl="0" indent="0" algn="l" defTabSz="914400" rtl="0" eaLnBrk="1" fontAlgn="base" latinLnBrk="0" hangingPunct="1">
              <a:lnSpc>
                <a:spcPct val="100000"/>
              </a:lnSpc>
              <a:spcBef>
                <a:spcPct val="0"/>
              </a:spcBef>
              <a:spcAft>
                <a:spcPct val="50000"/>
              </a:spcAft>
              <a:buClr>
                <a:schemeClr val="tx2"/>
              </a:buClr>
              <a:buSzPct val="70000"/>
              <a:buFont typeface="Wingdings" pitchFamily="2" charset="2"/>
              <a:buNone/>
              <a:tabLst/>
              <a:defRPr/>
            </a:pPr>
            <a:r>
              <a:rPr lang="fr-FR" dirty="0" smtClean="0"/>
              <a:t>texte courant relatif au point 2</a:t>
            </a:r>
            <a:br>
              <a:rPr lang="fr-FR" dirty="0" smtClean="0"/>
            </a:br>
            <a:r>
              <a:rPr lang="fr-FR" dirty="0" smtClean="0"/>
              <a:t>texte courant relatif au point 2</a:t>
            </a:r>
          </a:p>
          <a:p>
            <a:pPr lvl="0"/>
            <a:endParaRPr lang="fr-FR" dirty="0"/>
          </a:p>
        </p:txBody>
      </p:sp>
      <p:sp>
        <p:nvSpPr>
          <p:cNvPr id="7" name="Rectangle 6"/>
          <p:cNvSpPr>
            <a:spLocks noChangeArrowheads="1"/>
          </p:cNvSpPr>
          <p:nvPr userDrawn="1"/>
        </p:nvSpPr>
        <p:spPr bwMode="auto">
          <a:xfrm>
            <a:off x="1065194" y="3902081"/>
            <a:ext cx="863600" cy="86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193675" indent="-193675" eaLnBrk="0" hangingPunct="0">
              <a:lnSpc>
                <a:spcPct val="110000"/>
              </a:lnSpc>
              <a:spcAft>
                <a:spcPct val="50000"/>
              </a:spcAft>
              <a:buSzPct val="70000"/>
            </a:pPr>
            <a:r>
              <a:rPr lang="en-GB" sz="6400" dirty="0" smtClean="0">
                <a:solidFill>
                  <a:srgbClr val="FF6600"/>
                </a:solidFill>
                <a:latin typeface="Helvetica 35 Thin" pitchFamily="34" charset="0"/>
              </a:rPr>
              <a:t>3</a:t>
            </a:r>
            <a:endParaRPr lang="en-GB" sz="5200" dirty="0">
              <a:solidFill>
                <a:srgbClr val="FF6600"/>
              </a:solidFill>
              <a:latin typeface="Helvetica 35 Thin" pitchFamily="34" charset="0"/>
            </a:endParaRPr>
          </a:p>
        </p:txBody>
      </p:sp>
      <p:sp>
        <p:nvSpPr>
          <p:cNvPr id="8" name="Espace réservé du texte 6"/>
          <p:cNvSpPr>
            <a:spLocks noGrp="1"/>
          </p:cNvSpPr>
          <p:nvPr>
            <p:ph type="body" sz="quarter" idx="13" hasCustomPrompt="1"/>
          </p:nvPr>
        </p:nvSpPr>
        <p:spPr>
          <a:xfrm>
            <a:off x="1928795" y="4136962"/>
            <a:ext cx="4000527" cy="863674"/>
          </a:xfrm>
        </p:spPr>
        <p:txBody>
          <a:bodyPr/>
          <a:lstStyle>
            <a:lvl1pPr marL="0" marR="0" indent="0" algn="l" defTabSz="914400" rtl="0" eaLnBrk="1" fontAlgn="base" latinLnBrk="0" hangingPunct="1">
              <a:lnSpc>
                <a:spcPct val="100000"/>
              </a:lnSpc>
              <a:spcBef>
                <a:spcPct val="0"/>
              </a:spcBef>
              <a:spcAft>
                <a:spcPts val="0"/>
              </a:spcAft>
              <a:buClr>
                <a:schemeClr val="tx2"/>
              </a:buClr>
              <a:buSzPct val="70000"/>
              <a:buFont typeface="Wingdings" pitchFamily="2" charset="2"/>
              <a:buNone/>
              <a:tabLst/>
              <a:defRPr>
                <a:solidFill>
                  <a:schemeClr val="tx1"/>
                </a:solidFill>
              </a:defRPr>
            </a:lvl1pPr>
          </a:lstStyle>
          <a:p>
            <a:pPr marL="0" marR="0" lvl="0" indent="0" algn="l" defTabSz="914400" rtl="0" eaLnBrk="1" fontAlgn="base" latinLnBrk="0" hangingPunct="1">
              <a:lnSpc>
                <a:spcPct val="100000"/>
              </a:lnSpc>
              <a:spcBef>
                <a:spcPct val="0"/>
              </a:spcBef>
              <a:spcAft>
                <a:spcPct val="50000"/>
              </a:spcAft>
              <a:buClr>
                <a:schemeClr val="tx2"/>
              </a:buClr>
              <a:buSzPct val="70000"/>
              <a:buFont typeface="Wingdings" pitchFamily="2" charset="2"/>
              <a:buNone/>
              <a:tabLst/>
              <a:defRPr/>
            </a:pPr>
            <a:r>
              <a:rPr lang="fr-FR" dirty="0" smtClean="0"/>
              <a:t>texte courant relatif au point 3</a:t>
            </a:r>
            <a:br>
              <a:rPr lang="fr-FR" dirty="0" smtClean="0"/>
            </a:br>
            <a:r>
              <a:rPr lang="fr-FR" dirty="0" smtClean="0"/>
              <a:t>texte courant relatif au point 3</a:t>
            </a:r>
          </a:p>
          <a:p>
            <a:pPr lvl="0"/>
            <a:endParaRPr lang="fr-FR" dirty="0"/>
          </a:p>
        </p:txBody>
      </p:sp>
      <p:sp>
        <p:nvSpPr>
          <p:cNvPr id="9" name="Rectangle 762"/>
          <p:cNvSpPr>
            <a:spLocks noChangeArrowheads="1"/>
          </p:cNvSpPr>
          <p:nvPr userDrawn="1"/>
        </p:nvSpPr>
        <p:spPr bwMode="auto">
          <a:xfrm>
            <a:off x="1005508" y="6408738"/>
            <a:ext cx="2795588"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r>
              <a:rPr lang="en-GB" sz="1000" dirty="0" smtClean="0">
                <a:solidFill>
                  <a:schemeClr val="bg1">
                    <a:lumMod val="50000"/>
                  </a:schemeClr>
                </a:solidFill>
                <a:latin typeface="Helvetica 55 Roman" pitchFamily="34" charset="0"/>
              </a:rPr>
              <a:t>interne</a:t>
            </a:r>
            <a:r>
              <a:rPr lang="en-US" sz="1000" dirty="0" smtClean="0">
                <a:solidFill>
                  <a:schemeClr val="bg1">
                    <a:lumMod val="50000"/>
                  </a:schemeClr>
                </a:solidFill>
                <a:latin typeface="Helvetica 55 Roman" pitchFamily="34" charset="0"/>
              </a:rPr>
              <a:t> </a:t>
            </a:r>
            <a:r>
              <a:rPr lang="en-US" sz="1000" dirty="0">
                <a:solidFill>
                  <a:schemeClr val="bg1">
                    <a:lumMod val="50000"/>
                  </a:schemeClr>
                </a:solidFill>
                <a:latin typeface="Helvetica 55 Roman" pitchFamily="34" charset="0"/>
              </a:rPr>
              <a:t>Orange</a:t>
            </a:r>
          </a:p>
        </p:txBody>
      </p:sp>
      <p:sp>
        <p:nvSpPr>
          <p:cNvPr id="10" name="Rectangle 762"/>
          <p:cNvSpPr>
            <a:spLocks noChangeArrowheads="1"/>
          </p:cNvSpPr>
          <p:nvPr userDrawn="1"/>
        </p:nvSpPr>
        <p:spPr bwMode="auto">
          <a:xfrm>
            <a:off x="395536" y="6408738"/>
            <a:ext cx="504056"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fld id="{EFE14BF7-218F-4596-8202-541E14B3C423}" type="slidenum">
              <a:rPr lang="en-US" sz="1000" smtClean="0">
                <a:solidFill>
                  <a:schemeClr val="bg1">
                    <a:lumMod val="50000"/>
                  </a:schemeClr>
                </a:solidFill>
                <a:latin typeface="Helvetica 55 Roman" pitchFamily="34" charset="0"/>
              </a:rPr>
              <a:t>‹N°›</a:t>
            </a:fld>
            <a:endParaRPr lang="en-US" sz="1000" dirty="0">
              <a:solidFill>
                <a:schemeClr val="bg1">
                  <a:lumMod val="50000"/>
                </a:schemeClr>
              </a:solidFill>
              <a:latin typeface="Helvetica 55 Roman" pitchFamily="34" charset="0"/>
            </a:endParaRPr>
          </a:p>
        </p:txBody>
      </p:sp>
    </p:spTree>
    <p:extLst>
      <p:ext uri="{BB962C8B-B14F-4D97-AF65-F5344CB8AC3E}">
        <p14:creationId xmlns:p14="http://schemas.microsoft.com/office/powerpoint/2010/main" val="2966097570"/>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iffres ou point clefs à mettre en valeur">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1016213" y="404813"/>
            <a:ext cx="7084800" cy="982800"/>
          </a:xfrm>
        </p:spPr>
        <p:txBody>
          <a:bodyPr/>
          <a:lstStyle>
            <a:lvl1pPr algn="l">
              <a:defRPr/>
            </a:lvl1pPr>
          </a:lstStyle>
          <a:p>
            <a:r>
              <a:rPr lang="fr-FR" dirty="0" smtClean="0"/>
              <a:t>chiffres ou points clefs à mettre en valeur</a:t>
            </a:r>
            <a:endParaRPr lang="fr-FR" dirty="0"/>
          </a:p>
        </p:txBody>
      </p:sp>
      <p:sp>
        <p:nvSpPr>
          <p:cNvPr id="3" name="Espace réservé du texte 4"/>
          <p:cNvSpPr>
            <a:spLocks noGrp="1"/>
          </p:cNvSpPr>
          <p:nvPr>
            <p:ph type="body" sz="quarter" idx="11" hasCustomPrompt="1"/>
          </p:nvPr>
        </p:nvSpPr>
        <p:spPr>
          <a:xfrm>
            <a:off x="1042988" y="1756660"/>
            <a:ext cx="7058025" cy="1096276"/>
          </a:xfrm>
        </p:spPr>
        <p:txBody>
          <a:bodyPr/>
          <a:lstStyle>
            <a:lvl1pPr marL="0" marR="0" indent="0" algn="l" defTabSz="914400" rtl="0" eaLnBrk="1" fontAlgn="base" latinLnBrk="0" hangingPunct="1">
              <a:lnSpc>
                <a:spcPct val="100000"/>
              </a:lnSpc>
              <a:spcBef>
                <a:spcPct val="0"/>
              </a:spcBef>
              <a:spcAft>
                <a:spcPts val="0"/>
              </a:spcAft>
              <a:buClr>
                <a:schemeClr val="tx2"/>
              </a:buClr>
              <a:buSzPct val="70000"/>
              <a:buFont typeface="Wingdings" pitchFamily="2" charset="2"/>
              <a:buNone/>
              <a:tabLst/>
              <a:defRPr>
                <a:solidFill>
                  <a:schemeClr val="tx1"/>
                </a:solidFill>
              </a:defRPr>
            </a:lvl1pPr>
            <a:lvl2pPr marL="482600" indent="0">
              <a:buNone/>
              <a:defRPr/>
            </a:lvl2pPr>
            <a:lvl3pPr marL="958850" indent="0">
              <a:buNone/>
              <a:defRPr/>
            </a:lvl3pPr>
            <a:lvl4pPr marL="1377950" indent="0">
              <a:buNone/>
              <a:defRPr/>
            </a:lvl4pPr>
            <a:lvl5pPr marL="1828800" indent="0">
              <a:buNone/>
              <a:defRPr/>
            </a:lvl5pPr>
          </a:lstStyle>
          <a:p>
            <a:pPr marL="0" indent="0">
              <a:buFont typeface="Wingdings" pitchFamily="2" charset="2"/>
              <a:buNone/>
            </a:pPr>
            <a:r>
              <a:rPr lang="fr-FR" dirty="0" smtClean="0">
                <a:latin typeface="Helvetica 55 Roman" pitchFamily="34" charset="0"/>
              </a:rPr>
              <a:t>la présentation de ce qui est mis en valeur est ici</a:t>
            </a:r>
          </a:p>
          <a:p>
            <a:pPr lvl="0"/>
            <a:endParaRPr lang="fr-FR" dirty="0"/>
          </a:p>
        </p:txBody>
      </p:sp>
      <p:sp>
        <p:nvSpPr>
          <p:cNvPr id="4" name="Text Box 4"/>
          <p:cNvSpPr txBox="1">
            <a:spLocks noChangeArrowheads="1"/>
          </p:cNvSpPr>
          <p:nvPr userDrawn="1"/>
        </p:nvSpPr>
        <p:spPr bwMode="auto">
          <a:xfrm>
            <a:off x="118839" y="3800475"/>
            <a:ext cx="869950" cy="237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fr-FR" sz="15000" dirty="0">
                <a:solidFill>
                  <a:srgbClr val="FF6600"/>
                </a:solidFill>
                <a:latin typeface="Helvetica 35 Thin" pitchFamily="34" charset="0"/>
              </a:rPr>
              <a:t>1</a:t>
            </a:r>
          </a:p>
        </p:txBody>
      </p:sp>
      <p:sp>
        <p:nvSpPr>
          <p:cNvPr id="5" name="Text Box 6"/>
          <p:cNvSpPr txBox="1">
            <a:spLocks noChangeArrowheads="1"/>
          </p:cNvSpPr>
          <p:nvPr userDrawn="1"/>
        </p:nvSpPr>
        <p:spPr bwMode="auto">
          <a:xfrm>
            <a:off x="2116106" y="3800475"/>
            <a:ext cx="869950" cy="237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fr-FR" sz="15000" dirty="0">
                <a:solidFill>
                  <a:srgbClr val="FF6600"/>
                </a:solidFill>
                <a:latin typeface="Helvetica 35 Thin" pitchFamily="34" charset="0"/>
              </a:rPr>
              <a:t>2</a:t>
            </a:r>
          </a:p>
        </p:txBody>
      </p:sp>
      <p:sp>
        <p:nvSpPr>
          <p:cNvPr id="6" name="Text Box 7"/>
          <p:cNvSpPr txBox="1">
            <a:spLocks noChangeArrowheads="1"/>
          </p:cNvSpPr>
          <p:nvPr userDrawn="1"/>
        </p:nvSpPr>
        <p:spPr bwMode="auto">
          <a:xfrm>
            <a:off x="4427506" y="3800475"/>
            <a:ext cx="869950" cy="237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fr-FR" sz="15000">
                <a:solidFill>
                  <a:srgbClr val="FF6600"/>
                </a:solidFill>
                <a:latin typeface="Helvetica 35 Thin" pitchFamily="34" charset="0"/>
              </a:rPr>
              <a:t>3</a:t>
            </a:r>
          </a:p>
        </p:txBody>
      </p:sp>
      <p:sp>
        <p:nvSpPr>
          <p:cNvPr id="7" name="Text Box 8"/>
          <p:cNvSpPr txBox="1">
            <a:spLocks noChangeArrowheads="1"/>
          </p:cNvSpPr>
          <p:nvPr userDrawn="1"/>
        </p:nvSpPr>
        <p:spPr bwMode="auto">
          <a:xfrm>
            <a:off x="6751606" y="3800475"/>
            <a:ext cx="869950" cy="237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fr-FR" sz="15000" dirty="0">
                <a:solidFill>
                  <a:srgbClr val="FF6600"/>
                </a:solidFill>
                <a:latin typeface="Helvetica 35 Thin" pitchFamily="34" charset="0"/>
              </a:rPr>
              <a:t>4</a:t>
            </a:r>
          </a:p>
        </p:txBody>
      </p:sp>
      <p:sp>
        <p:nvSpPr>
          <p:cNvPr id="8" name="Espace réservé du texte 15"/>
          <p:cNvSpPr>
            <a:spLocks noGrp="1"/>
          </p:cNvSpPr>
          <p:nvPr>
            <p:ph type="body" sz="quarter" idx="16" hasCustomPrompt="1"/>
          </p:nvPr>
        </p:nvSpPr>
        <p:spPr>
          <a:xfrm>
            <a:off x="1052859" y="4365104"/>
            <a:ext cx="1152178" cy="1295921"/>
          </a:xfrm>
        </p:spPr>
        <p:txBody>
          <a:bodyPr/>
          <a:lstStyle>
            <a:lvl1pPr marL="0" marR="0" indent="0" algn="l" defTabSz="914400" rtl="0" eaLnBrk="1" fontAlgn="base" latinLnBrk="0" hangingPunct="1">
              <a:lnSpc>
                <a:spcPct val="100000"/>
              </a:lnSpc>
              <a:spcBef>
                <a:spcPct val="0"/>
              </a:spcBef>
              <a:spcAft>
                <a:spcPts val="0"/>
              </a:spcAft>
              <a:buClr>
                <a:schemeClr val="tx2"/>
              </a:buClr>
              <a:buSzPct val="70000"/>
              <a:buFont typeface="Wingdings" pitchFamily="2" charset="2"/>
              <a:buNone/>
              <a:tabLst/>
              <a:defRPr sz="1000">
                <a:solidFill>
                  <a:schemeClr val="tx1"/>
                </a:solidFill>
              </a:defRPr>
            </a:lvl1pPr>
          </a:lstStyle>
          <a:p>
            <a:pPr marL="0" marR="0" lvl="0" indent="0" algn="l" defTabSz="914400" rtl="0" eaLnBrk="1" fontAlgn="base" latinLnBrk="0" hangingPunct="1">
              <a:lnSpc>
                <a:spcPct val="100000"/>
              </a:lnSpc>
              <a:spcBef>
                <a:spcPct val="0"/>
              </a:spcBef>
              <a:spcAft>
                <a:spcPct val="50000"/>
              </a:spcAft>
              <a:buClr>
                <a:schemeClr val="tx2"/>
              </a:buClr>
              <a:buSzPct val="70000"/>
              <a:buFont typeface="Wingdings" pitchFamily="2" charset="2"/>
              <a:buNone/>
              <a:tabLst/>
              <a:defRPr/>
            </a:pPr>
            <a:r>
              <a:rPr lang="fr-FR" dirty="0" smtClean="0"/>
              <a:t>texte qui accompagne le chiffre clef, texte qui accompagne le chiffre clef</a:t>
            </a:r>
          </a:p>
          <a:p>
            <a:pPr marL="0" marR="0" lvl="0" indent="0" algn="l" defTabSz="914400" rtl="0" eaLnBrk="1" fontAlgn="base" latinLnBrk="0" hangingPunct="1">
              <a:lnSpc>
                <a:spcPct val="100000"/>
              </a:lnSpc>
              <a:spcBef>
                <a:spcPct val="0"/>
              </a:spcBef>
              <a:spcAft>
                <a:spcPct val="50000"/>
              </a:spcAft>
              <a:buClr>
                <a:schemeClr val="tx2"/>
              </a:buClr>
              <a:buSzPct val="70000"/>
              <a:buFont typeface="Wingdings" pitchFamily="2" charset="2"/>
              <a:buNone/>
              <a:tabLst/>
              <a:defRPr/>
            </a:pPr>
            <a:r>
              <a:rPr lang="fr-FR" dirty="0" smtClean="0"/>
              <a:t>texte qui accompagne le chiffre clef</a:t>
            </a:r>
          </a:p>
          <a:p>
            <a:pPr lvl="0"/>
            <a:endParaRPr lang="fr-FR" dirty="0"/>
          </a:p>
        </p:txBody>
      </p:sp>
      <p:sp>
        <p:nvSpPr>
          <p:cNvPr id="9" name="Espace réservé du texte 15"/>
          <p:cNvSpPr>
            <a:spLocks noGrp="1"/>
          </p:cNvSpPr>
          <p:nvPr>
            <p:ph type="body" sz="quarter" idx="17" hasCustomPrompt="1"/>
          </p:nvPr>
        </p:nvSpPr>
        <p:spPr>
          <a:xfrm>
            <a:off x="3285157" y="4365104"/>
            <a:ext cx="1152178" cy="1295921"/>
          </a:xfrm>
        </p:spPr>
        <p:txBody>
          <a:bodyPr/>
          <a:lstStyle>
            <a:lvl1pPr marL="0" marR="0" indent="0" algn="l" defTabSz="914400" rtl="0" eaLnBrk="1" fontAlgn="base" latinLnBrk="0" hangingPunct="1">
              <a:lnSpc>
                <a:spcPct val="100000"/>
              </a:lnSpc>
              <a:spcBef>
                <a:spcPct val="0"/>
              </a:spcBef>
              <a:spcAft>
                <a:spcPts val="0"/>
              </a:spcAft>
              <a:buClr>
                <a:schemeClr val="tx2"/>
              </a:buClr>
              <a:buSzPct val="70000"/>
              <a:buFont typeface="Wingdings" pitchFamily="2" charset="2"/>
              <a:buNone/>
              <a:tabLst/>
              <a:defRPr sz="1000">
                <a:solidFill>
                  <a:schemeClr val="tx1"/>
                </a:solidFill>
              </a:defRPr>
            </a:lvl1pPr>
          </a:lstStyle>
          <a:p>
            <a:pPr marL="0" marR="0" lvl="0" indent="0" algn="l" defTabSz="914400" rtl="0" eaLnBrk="1" fontAlgn="base" latinLnBrk="0" hangingPunct="1">
              <a:lnSpc>
                <a:spcPct val="100000"/>
              </a:lnSpc>
              <a:spcBef>
                <a:spcPct val="0"/>
              </a:spcBef>
              <a:spcAft>
                <a:spcPct val="50000"/>
              </a:spcAft>
              <a:buClr>
                <a:schemeClr val="tx2"/>
              </a:buClr>
              <a:buSzPct val="70000"/>
              <a:buFont typeface="Wingdings" pitchFamily="2" charset="2"/>
              <a:buNone/>
              <a:tabLst/>
              <a:defRPr/>
            </a:pPr>
            <a:r>
              <a:rPr lang="fr-FR" dirty="0" smtClean="0"/>
              <a:t>texte qui accompagne le chiffre clef, texte qui accompagne le chiffre clef </a:t>
            </a:r>
          </a:p>
          <a:p>
            <a:pPr marL="0" marR="0" lvl="0" indent="0" algn="l" defTabSz="914400" rtl="0" eaLnBrk="1" fontAlgn="base" latinLnBrk="0" hangingPunct="1">
              <a:lnSpc>
                <a:spcPct val="100000"/>
              </a:lnSpc>
              <a:spcBef>
                <a:spcPct val="0"/>
              </a:spcBef>
              <a:spcAft>
                <a:spcPct val="50000"/>
              </a:spcAft>
              <a:buClr>
                <a:schemeClr val="tx2"/>
              </a:buClr>
              <a:buSzPct val="70000"/>
              <a:buFont typeface="Wingdings" pitchFamily="2" charset="2"/>
              <a:buNone/>
              <a:tabLst/>
              <a:defRPr/>
            </a:pPr>
            <a:r>
              <a:rPr lang="fr-FR" dirty="0" smtClean="0"/>
              <a:t>texte qui accompagne le chiffre clef </a:t>
            </a:r>
          </a:p>
          <a:p>
            <a:pPr lvl="0"/>
            <a:endParaRPr lang="fr-FR" dirty="0"/>
          </a:p>
        </p:txBody>
      </p:sp>
      <p:sp>
        <p:nvSpPr>
          <p:cNvPr id="10" name="Espace réservé du texte 15"/>
          <p:cNvSpPr>
            <a:spLocks noGrp="1"/>
          </p:cNvSpPr>
          <p:nvPr>
            <p:ph type="body" sz="quarter" idx="18" hasCustomPrompt="1"/>
          </p:nvPr>
        </p:nvSpPr>
        <p:spPr>
          <a:xfrm>
            <a:off x="5661421" y="4365104"/>
            <a:ext cx="1152178" cy="1295921"/>
          </a:xfrm>
        </p:spPr>
        <p:txBody>
          <a:bodyPr/>
          <a:lstStyle>
            <a:lvl1pPr marL="0" marR="0" indent="0" algn="l" defTabSz="914400" rtl="0" eaLnBrk="1" fontAlgn="base" latinLnBrk="0" hangingPunct="1">
              <a:lnSpc>
                <a:spcPct val="100000"/>
              </a:lnSpc>
              <a:spcBef>
                <a:spcPct val="0"/>
              </a:spcBef>
              <a:spcAft>
                <a:spcPts val="0"/>
              </a:spcAft>
              <a:buClr>
                <a:schemeClr val="tx2"/>
              </a:buClr>
              <a:buSzPct val="70000"/>
              <a:buFont typeface="Wingdings" pitchFamily="2" charset="2"/>
              <a:buNone/>
              <a:tabLst/>
              <a:defRPr sz="1000">
                <a:solidFill>
                  <a:schemeClr val="tx1"/>
                </a:solidFill>
              </a:defRPr>
            </a:lvl1pPr>
          </a:lstStyle>
          <a:p>
            <a:pPr marL="0" marR="0" lvl="0" indent="0" algn="l" defTabSz="914400" rtl="0" eaLnBrk="1" fontAlgn="base" latinLnBrk="0" hangingPunct="1">
              <a:lnSpc>
                <a:spcPct val="100000"/>
              </a:lnSpc>
              <a:spcBef>
                <a:spcPct val="0"/>
              </a:spcBef>
              <a:spcAft>
                <a:spcPct val="50000"/>
              </a:spcAft>
              <a:buClr>
                <a:schemeClr val="tx2"/>
              </a:buClr>
              <a:buSzPct val="70000"/>
              <a:buFont typeface="Wingdings" pitchFamily="2" charset="2"/>
              <a:buNone/>
              <a:tabLst/>
              <a:defRPr/>
            </a:pPr>
            <a:r>
              <a:rPr lang="fr-FR" dirty="0" smtClean="0"/>
              <a:t>texte qui accompagne le chiffre clef, texte qui accompagne le chiffre clef </a:t>
            </a:r>
          </a:p>
          <a:p>
            <a:pPr marL="0" marR="0" lvl="0" indent="0" algn="l" defTabSz="914400" rtl="0" eaLnBrk="1" fontAlgn="base" latinLnBrk="0" hangingPunct="1">
              <a:lnSpc>
                <a:spcPct val="100000"/>
              </a:lnSpc>
              <a:spcBef>
                <a:spcPct val="0"/>
              </a:spcBef>
              <a:spcAft>
                <a:spcPct val="50000"/>
              </a:spcAft>
              <a:buClr>
                <a:schemeClr val="tx2"/>
              </a:buClr>
              <a:buSzPct val="70000"/>
              <a:buFont typeface="Wingdings" pitchFamily="2" charset="2"/>
              <a:buNone/>
              <a:tabLst/>
              <a:defRPr/>
            </a:pPr>
            <a:r>
              <a:rPr lang="fr-FR" dirty="0" smtClean="0"/>
              <a:t>texte qui accompagne le chiffre clef</a:t>
            </a:r>
          </a:p>
          <a:p>
            <a:pPr lvl="0"/>
            <a:endParaRPr lang="fr-FR" dirty="0"/>
          </a:p>
        </p:txBody>
      </p:sp>
      <p:sp>
        <p:nvSpPr>
          <p:cNvPr id="11" name="Espace réservé du texte 15"/>
          <p:cNvSpPr>
            <a:spLocks noGrp="1"/>
          </p:cNvSpPr>
          <p:nvPr>
            <p:ph type="body" sz="quarter" idx="19" hasCustomPrompt="1"/>
          </p:nvPr>
        </p:nvSpPr>
        <p:spPr>
          <a:xfrm>
            <a:off x="7944451" y="4365104"/>
            <a:ext cx="1152178" cy="1295921"/>
          </a:xfrm>
        </p:spPr>
        <p:txBody>
          <a:bodyPr/>
          <a:lstStyle>
            <a:lvl1pPr marL="0" marR="0" indent="0" algn="l" defTabSz="914400" rtl="0" eaLnBrk="1" fontAlgn="base" latinLnBrk="0" hangingPunct="1">
              <a:lnSpc>
                <a:spcPct val="100000"/>
              </a:lnSpc>
              <a:spcBef>
                <a:spcPct val="0"/>
              </a:spcBef>
              <a:spcAft>
                <a:spcPts val="0"/>
              </a:spcAft>
              <a:buClr>
                <a:schemeClr val="tx2"/>
              </a:buClr>
              <a:buSzPct val="70000"/>
              <a:buFont typeface="Wingdings" pitchFamily="2" charset="2"/>
              <a:buNone/>
              <a:tabLst/>
              <a:defRPr sz="1000">
                <a:solidFill>
                  <a:schemeClr val="tx1"/>
                </a:solidFill>
              </a:defRPr>
            </a:lvl1pPr>
          </a:lstStyle>
          <a:p>
            <a:pPr marL="0" marR="0" lvl="0" indent="0" algn="l" defTabSz="914400" rtl="0" eaLnBrk="1" fontAlgn="base" latinLnBrk="0" hangingPunct="1">
              <a:lnSpc>
                <a:spcPct val="100000"/>
              </a:lnSpc>
              <a:spcBef>
                <a:spcPct val="0"/>
              </a:spcBef>
              <a:spcAft>
                <a:spcPct val="50000"/>
              </a:spcAft>
              <a:buClr>
                <a:schemeClr val="tx2"/>
              </a:buClr>
              <a:buSzPct val="70000"/>
              <a:buFont typeface="Wingdings" pitchFamily="2" charset="2"/>
              <a:buNone/>
              <a:tabLst/>
              <a:defRPr/>
            </a:pPr>
            <a:r>
              <a:rPr lang="fr-FR" dirty="0" smtClean="0"/>
              <a:t>texte qui accompagne le chiffre clef, texte qui accompagne le chiffre clef </a:t>
            </a:r>
          </a:p>
          <a:p>
            <a:pPr marL="0" marR="0" lvl="0" indent="0" algn="l" defTabSz="914400" rtl="0" eaLnBrk="1" fontAlgn="base" latinLnBrk="0" hangingPunct="1">
              <a:lnSpc>
                <a:spcPct val="100000"/>
              </a:lnSpc>
              <a:spcBef>
                <a:spcPct val="0"/>
              </a:spcBef>
              <a:spcAft>
                <a:spcPct val="50000"/>
              </a:spcAft>
              <a:buClr>
                <a:schemeClr val="tx2"/>
              </a:buClr>
              <a:buSzPct val="70000"/>
              <a:buFont typeface="Wingdings" pitchFamily="2" charset="2"/>
              <a:buNone/>
              <a:tabLst/>
              <a:defRPr/>
            </a:pPr>
            <a:r>
              <a:rPr lang="fr-FR" dirty="0" smtClean="0"/>
              <a:t>texte qui accompagne le chiffre clef</a:t>
            </a:r>
          </a:p>
          <a:p>
            <a:pPr lvl="0"/>
            <a:endParaRPr lang="fr-FR" dirty="0"/>
          </a:p>
        </p:txBody>
      </p:sp>
      <p:sp>
        <p:nvSpPr>
          <p:cNvPr id="12" name="Rectangle 762"/>
          <p:cNvSpPr>
            <a:spLocks noChangeArrowheads="1"/>
          </p:cNvSpPr>
          <p:nvPr userDrawn="1"/>
        </p:nvSpPr>
        <p:spPr bwMode="auto">
          <a:xfrm>
            <a:off x="1005508" y="6408738"/>
            <a:ext cx="2795588"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r>
              <a:rPr lang="en-GB" sz="1000" dirty="0" smtClean="0">
                <a:solidFill>
                  <a:schemeClr val="bg1">
                    <a:lumMod val="50000"/>
                  </a:schemeClr>
                </a:solidFill>
                <a:latin typeface="Helvetica 55 Roman" pitchFamily="34" charset="0"/>
              </a:rPr>
              <a:t>interne</a:t>
            </a:r>
            <a:r>
              <a:rPr lang="en-US" sz="1000" dirty="0" smtClean="0">
                <a:solidFill>
                  <a:schemeClr val="bg1">
                    <a:lumMod val="50000"/>
                  </a:schemeClr>
                </a:solidFill>
                <a:latin typeface="Helvetica 55 Roman" pitchFamily="34" charset="0"/>
              </a:rPr>
              <a:t> </a:t>
            </a:r>
            <a:r>
              <a:rPr lang="en-US" sz="1000" dirty="0">
                <a:solidFill>
                  <a:schemeClr val="bg1">
                    <a:lumMod val="50000"/>
                  </a:schemeClr>
                </a:solidFill>
                <a:latin typeface="Helvetica 55 Roman" pitchFamily="34" charset="0"/>
              </a:rPr>
              <a:t>Orange</a:t>
            </a:r>
          </a:p>
        </p:txBody>
      </p:sp>
      <p:sp>
        <p:nvSpPr>
          <p:cNvPr id="13" name="Rectangle 762"/>
          <p:cNvSpPr>
            <a:spLocks noChangeArrowheads="1"/>
          </p:cNvSpPr>
          <p:nvPr userDrawn="1"/>
        </p:nvSpPr>
        <p:spPr bwMode="auto">
          <a:xfrm>
            <a:off x="395536" y="6408738"/>
            <a:ext cx="504056"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fld id="{EFE14BF7-218F-4596-8202-541E14B3C423}" type="slidenum">
              <a:rPr lang="en-US" sz="1000" smtClean="0">
                <a:solidFill>
                  <a:schemeClr val="bg1">
                    <a:lumMod val="50000"/>
                  </a:schemeClr>
                </a:solidFill>
                <a:latin typeface="Helvetica 55 Roman" pitchFamily="34" charset="0"/>
              </a:rPr>
              <a:t>‹N°›</a:t>
            </a:fld>
            <a:endParaRPr lang="en-US" sz="1000" dirty="0">
              <a:solidFill>
                <a:schemeClr val="bg1">
                  <a:lumMod val="50000"/>
                </a:schemeClr>
              </a:solidFill>
              <a:latin typeface="Helvetica 55 Roman" pitchFamily="34" charset="0"/>
            </a:endParaRPr>
          </a:p>
        </p:txBody>
      </p:sp>
    </p:spTree>
    <p:extLst>
      <p:ext uri="{BB962C8B-B14F-4D97-AF65-F5344CB8AC3E}">
        <p14:creationId xmlns:p14="http://schemas.microsoft.com/office/powerpoint/2010/main" val="3109975621"/>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iffres clefs">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1015770" y="404813"/>
            <a:ext cx="7084800" cy="982800"/>
          </a:xfrm>
        </p:spPr>
        <p:txBody>
          <a:bodyPr/>
          <a:lstStyle>
            <a:lvl1pPr algn="l">
              <a:defRPr/>
            </a:lvl1pPr>
          </a:lstStyle>
          <a:p>
            <a:r>
              <a:rPr lang="fr-FR" dirty="0" smtClean="0"/>
              <a:t>chiffres ou points clefs à mettre en valeur</a:t>
            </a:r>
            <a:endParaRPr lang="fr-FR" dirty="0"/>
          </a:p>
        </p:txBody>
      </p:sp>
      <p:sp>
        <p:nvSpPr>
          <p:cNvPr id="13" name="Espace réservé du texte 7"/>
          <p:cNvSpPr>
            <a:spLocks noGrp="1"/>
          </p:cNvSpPr>
          <p:nvPr>
            <p:ph type="body" sz="quarter" idx="13" hasCustomPrompt="1"/>
          </p:nvPr>
        </p:nvSpPr>
        <p:spPr>
          <a:xfrm>
            <a:off x="1903592" y="3359626"/>
            <a:ext cx="6197421" cy="504000"/>
          </a:xfrm>
        </p:spPr>
        <p:txBody>
          <a:bodyPr/>
          <a:lstStyle>
            <a:lvl1pPr marL="0" indent="0">
              <a:buNone/>
              <a:defRPr sz="3200">
                <a:solidFill>
                  <a:schemeClr val="tx1"/>
                </a:solidFill>
                <a:latin typeface="Helvetica 45 Light" pitchFamily="34" charset="0"/>
              </a:defRPr>
            </a:lvl1pPr>
          </a:lstStyle>
          <a:p>
            <a:pPr lvl="0"/>
            <a:r>
              <a:rPr lang="fr-FR" dirty="0" smtClean="0"/>
              <a:t>chiffres clefs</a:t>
            </a:r>
          </a:p>
        </p:txBody>
      </p:sp>
      <p:sp>
        <p:nvSpPr>
          <p:cNvPr id="15" name="Espace réservé du texte 7"/>
          <p:cNvSpPr>
            <a:spLocks noGrp="1"/>
          </p:cNvSpPr>
          <p:nvPr>
            <p:ph type="body" sz="quarter" idx="15" hasCustomPrompt="1"/>
          </p:nvPr>
        </p:nvSpPr>
        <p:spPr>
          <a:xfrm>
            <a:off x="1903592" y="3969226"/>
            <a:ext cx="6197421" cy="504000"/>
          </a:xfrm>
        </p:spPr>
        <p:txBody>
          <a:bodyPr/>
          <a:lstStyle>
            <a:lvl1pPr marL="0" indent="0">
              <a:buNone/>
              <a:defRPr sz="3200">
                <a:solidFill>
                  <a:schemeClr val="tx1"/>
                </a:solidFill>
                <a:latin typeface="Helvetica 45 Light" pitchFamily="34" charset="0"/>
              </a:defRPr>
            </a:lvl1pPr>
          </a:lstStyle>
          <a:p>
            <a:pPr lvl="0"/>
            <a:r>
              <a:rPr lang="fr-FR" dirty="0" smtClean="0"/>
              <a:t>chiffres clefs</a:t>
            </a:r>
          </a:p>
        </p:txBody>
      </p:sp>
      <p:sp>
        <p:nvSpPr>
          <p:cNvPr id="17" name="Espace réservé du texte 7"/>
          <p:cNvSpPr>
            <a:spLocks noGrp="1"/>
          </p:cNvSpPr>
          <p:nvPr>
            <p:ph type="body" sz="quarter" idx="17" hasCustomPrompt="1"/>
          </p:nvPr>
        </p:nvSpPr>
        <p:spPr>
          <a:xfrm>
            <a:off x="1903592" y="4581276"/>
            <a:ext cx="6197421" cy="504000"/>
          </a:xfrm>
        </p:spPr>
        <p:txBody>
          <a:bodyPr/>
          <a:lstStyle>
            <a:lvl1pPr marL="0" indent="0">
              <a:buNone/>
              <a:defRPr sz="3200">
                <a:solidFill>
                  <a:schemeClr val="tx1"/>
                </a:solidFill>
                <a:latin typeface="Helvetica 45 Light" pitchFamily="34" charset="0"/>
              </a:defRPr>
            </a:lvl1pPr>
          </a:lstStyle>
          <a:p>
            <a:pPr lvl="0"/>
            <a:r>
              <a:rPr lang="fr-FR" dirty="0" smtClean="0"/>
              <a:t>chiffres clefs</a:t>
            </a:r>
          </a:p>
        </p:txBody>
      </p:sp>
      <p:sp>
        <p:nvSpPr>
          <p:cNvPr id="19" name="Espace réservé du texte 7"/>
          <p:cNvSpPr>
            <a:spLocks noGrp="1"/>
          </p:cNvSpPr>
          <p:nvPr>
            <p:ph type="body" sz="quarter" idx="19" hasCustomPrompt="1"/>
          </p:nvPr>
        </p:nvSpPr>
        <p:spPr>
          <a:xfrm>
            <a:off x="1903592" y="5229200"/>
            <a:ext cx="6197421" cy="504000"/>
          </a:xfrm>
        </p:spPr>
        <p:txBody>
          <a:bodyPr/>
          <a:lstStyle>
            <a:lvl1pPr marL="0" indent="0">
              <a:buNone/>
              <a:defRPr sz="3200">
                <a:solidFill>
                  <a:schemeClr val="tx1"/>
                </a:solidFill>
                <a:latin typeface="Helvetica 45 Light" pitchFamily="34" charset="0"/>
              </a:defRPr>
            </a:lvl1pPr>
          </a:lstStyle>
          <a:p>
            <a:pPr lvl="0"/>
            <a:r>
              <a:rPr lang="fr-FR" dirty="0" smtClean="0"/>
              <a:t>chiffres clefs</a:t>
            </a:r>
          </a:p>
        </p:txBody>
      </p:sp>
      <p:sp>
        <p:nvSpPr>
          <p:cNvPr id="20" name="Espace réservé du texte 13"/>
          <p:cNvSpPr>
            <a:spLocks noGrp="1"/>
          </p:cNvSpPr>
          <p:nvPr>
            <p:ph type="body" sz="quarter" idx="20" hasCustomPrompt="1"/>
          </p:nvPr>
        </p:nvSpPr>
        <p:spPr>
          <a:xfrm>
            <a:off x="1016000" y="1781175"/>
            <a:ext cx="7085013" cy="1152525"/>
          </a:xfrm>
        </p:spPr>
        <p:txBody>
          <a:bodyPr/>
          <a:lstStyle>
            <a:lvl1pPr marL="0" indent="0">
              <a:buNone/>
              <a:defRPr sz="7500" baseline="0">
                <a:solidFill>
                  <a:schemeClr val="tx1"/>
                </a:solidFill>
                <a:latin typeface="Helvetica 35 Thin" pitchFamily="34" charset="0"/>
              </a:defRPr>
            </a:lvl1pPr>
          </a:lstStyle>
          <a:p>
            <a:pPr lvl="0"/>
            <a:r>
              <a:rPr lang="fr-FR" dirty="0" smtClean="0"/>
              <a:t>chiffres clefs</a:t>
            </a:r>
            <a:endParaRPr lang="fr-FR" dirty="0"/>
          </a:p>
        </p:txBody>
      </p:sp>
      <p:sp>
        <p:nvSpPr>
          <p:cNvPr id="6" name="Espace réservé du texte 5"/>
          <p:cNvSpPr>
            <a:spLocks noGrp="1"/>
          </p:cNvSpPr>
          <p:nvPr>
            <p:ph type="body" sz="quarter" idx="21" hasCustomPrompt="1"/>
          </p:nvPr>
        </p:nvSpPr>
        <p:spPr>
          <a:xfrm>
            <a:off x="1043608" y="3359627"/>
            <a:ext cx="827088" cy="504000"/>
          </a:xfrm>
        </p:spPr>
        <p:txBody>
          <a:bodyPr>
            <a:normAutofit/>
          </a:bodyPr>
          <a:lstStyle>
            <a:lvl1pPr marL="0" indent="0">
              <a:buNone/>
              <a:defRPr sz="3200">
                <a:solidFill>
                  <a:srgbClr val="FF6600"/>
                </a:solidFill>
              </a:defRPr>
            </a:lvl1pPr>
            <a:lvl2pPr marL="457200" indent="0">
              <a:buNone/>
              <a:defRPr>
                <a:solidFill>
                  <a:srgbClr val="FF6600"/>
                </a:solidFill>
              </a:defRPr>
            </a:lvl2pPr>
            <a:lvl3pPr marL="958850" indent="0">
              <a:buNone/>
              <a:defRPr>
                <a:solidFill>
                  <a:srgbClr val="FF6600"/>
                </a:solidFill>
              </a:defRPr>
            </a:lvl3pPr>
            <a:lvl4pPr marL="1377950" indent="0">
              <a:buNone/>
              <a:defRPr>
                <a:solidFill>
                  <a:srgbClr val="FF6600"/>
                </a:solidFill>
              </a:defRPr>
            </a:lvl4pPr>
            <a:lvl5pPr marL="1828800" indent="0">
              <a:buNone/>
              <a:defRPr>
                <a:solidFill>
                  <a:srgbClr val="FF6600"/>
                </a:solidFill>
              </a:defRPr>
            </a:lvl5pPr>
          </a:lstStyle>
          <a:p>
            <a:pPr lvl="0"/>
            <a:r>
              <a:rPr lang="fr-FR" dirty="0" smtClean="0"/>
              <a:t>###</a:t>
            </a:r>
            <a:endParaRPr lang="fr-FR" dirty="0"/>
          </a:p>
        </p:txBody>
      </p:sp>
      <p:sp>
        <p:nvSpPr>
          <p:cNvPr id="21" name="Espace réservé du texte 5"/>
          <p:cNvSpPr>
            <a:spLocks noGrp="1"/>
          </p:cNvSpPr>
          <p:nvPr>
            <p:ph type="body" sz="quarter" idx="22" hasCustomPrompt="1"/>
          </p:nvPr>
        </p:nvSpPr>
        <p:spPr>
          <a:xfrm>
            <a:off x="1043608" y="3969226"/>
            <a:ext cx="827088" cy="504000"/>
          </a:xfrm>
        </p:spPr>
        <p:txBody>
          <a:bodyPr>
            <a:normAutofit/>
          </a:bodyPr>
          <a:lstStyle>
            <a:lvl1pPr marL="0" indent="0">
              <a:buNone/>
              <a:defRPr sz="3200">
                <a:solidFill>
                  <a:srgbClr val="FF6600"/>
                </a:solidFill>
              </a:defRPr>
            </a:lvl1pPr>
            <a:lvl2pPr marL="457200" indent="0">
              <a:buNone/>
              <a:defRPr>
                <a:solidFill>
                  <a:srgbClr val="FF6600"/>
                </a:solidFill>
              </a:defRPr>
            </a:lvl2pPr>
            <a:lvl3pPr marL="958850" indent="0">
              <a:buNone/>
              <a:defRPr>
                <a:solidFill>
                  <a:srgbClr val="FF6600"/>
                </a:solidFill>
              </a:defRPr>
            </a:lvl3pPr>
            <a:lvl4pPr marL="1377950" indent="0">
              <a:buNone/>
              <a:defRPr>
                <a:solidFill>
                  <a:srgbClr val="FF6600"/>
                </a:solidFill>
              </a:defRPr>
            </a:lvl4pPr>
            <a:lvl5pPr marL="1828800" indent="0">
              <a:buNone/>
              <a:defRPr>
                <a:solidFill>
                  <a:srgbClr val="FF6600"/>
                </a:solidFill>
              </a:defRPr>
            </a:lvl5pPr>
          </a:lstStyle>
          <a:p>
            <a:pPr lvl="0"/>
            <a:r>
              <a:rPr lang="fr-FR" dirty="0" smtClean="0"/>
              <a:t>###</a:t>
            </a:r>
            <a:endParaRPr lang="fr-FR" dirty="0"/>
          </a:p>
        </p:txBody>
      </p:sp>
      <p:sp>
        <p:nvSpPr>
          <p:cNvPr id="22" name="Espace réservé du texte 5"/>
          <p:cNvSpPr>
            <a:spLocks noGrp="1"/>
          </p:cNvSpPr>
          <p:nvPr>
            <p:ph type="body" sz="quarter" idx="23" hasCustomPrompt="1"/>
          </p:nvPr>
        </p:nvSpPr>
        <p:spPr>
          <a:xfrm>
            <a:off x="1043608" y="4581276"/>
            <a:ext cx="827088" cy="504000"/>
          </a:xfrm>
        </p:spPr>
        <p:txBody>
          <a:bodyPr>
            <a:normAutofit/>
          </a:bodyPr>
          <a:lstStyle>
            <a:lvl1pPr marL="0" indent="0">
              <a:buNone/>
              <a:defRPr sz="3200">
                <a:solidFill>
                  <a:srgbClr val="FF6600"/>
                </a:solidFill>
              </a:defRPr>
            </a:lvl1pPr>
            <a:lvl2pPr marL="457200" indent="0">
              <a:buNone/>
              <a:defRPr>
                <a:solidFill>
                  <a:srgbClr val="FF6600"/>
                </a:solidFill>
              </a:defRPr>
            </a:lvl2pPr>
            <a:lvl3pPr marL="958850" indent="0">
              <a:buNone/>
              <a:defRPr>
                <a:solidFill>
                  <a:srgbClr val="FF6600"/>
                </a:solidFill>
              </a:defRPr>
            </a:lvl3pPr>
            <a:lvl4pPr marL="1377950" indent="0">
              <a:buNone/>
              <a:defRPr>
                <a:solidFill>
                  <a:srgbClr val="FF6600"/>
                </a:solidFill>
              </a:defRPr>
            </a:lvl4pPr>
            <a:lvl5pPr marL="1828800" indent="0">
              <a:buNone/>
              <a:defRPr>
                <a:solidFill>
                  <a:srgbClr val="FF6600"/>
                </a:solidFill>
              </a:defRPr>
            </a:lvl5pPr>
          </a:lstStyle>
          <a:p>
            <a:pPr lvl="0"/>
            <a:r>
              <a:rPr lang="fr-FR" dirty="0" smtClean="0"/>
              <a:t>###</a:t>
            </a:r>
            <a:endParaRPr lang="fr-FR" dirty="0"/>
          </a:p>
        </p:txBody>
      </p:sp>
      <p:sp>
        <p:nvSpPr>
          <p:cNvPr id="23" name="Espace réservé du texte 5"/>
          <p:cNvSpPr>
            <a:spLocks noGrp="1"/>
          </p:cNvSpPr>
          <p:nvPr>
            <p:ph type="body" sz="quarter" idx="24" hasCustomPrompt="1"/>
          </p:nvPr>
        </p:nvSpPr>
        <p:spPr>
          <a:xfrm>
            <a:off x="1043608" y="5229200"/>
            <a:ext cx="827088" cy="504000"/>
          </a:xfrm>
        </p:spPr>
        <p:txBody>
          <a:bodyPr>
            <a:normAutofit/>
          </a:bodyPr>
          <a:lstStyle>
            <a:lvl1pPr marL="0" indent="0">
              <a:buNone/>
              <a:defRPr sz="3200">
                <a:solidFill>
                  <a:srgbClr val="FF6600"/>
                </a:solidFill>
              </a:defRPr>
            </a:lvl1pPr>
            <a:lvl2pPr marL="457200" indent="0">
              <a:buNone/>
              <a:defRPr>
                <a:solidFill>
                  <a:srgbClr val="FF6600"/>
                </a:solidFill>
              </a:defRPr>
            </a:lvl2pPr>
            <a:lvl3pPr marL="958850" indent="0">
              <a:buNone/>
              <a:defRPr>
                <a:solidFill>
                  <a:srgbClr val="FF6600"/>
                </a:solidFill>
              </a:defRPr>
            </a:lvl3pPr>
            <a:lvl4pPr marL="1377950" indent="0">
              <a:buNone/>
              <a:defRPr>
                <a:solidFill>
                  <a:srgbClr val="FF6600"/>
                </a:solidFill>
              </a:defRPr>
            </a:lvl4pPr>
            <a:lvl5pPr marL="1828800" indent="0">
              <a:buNone/>
              <a:defRPr>
                <a:solidFill>
                  <a:srgbClr val="FF6600"/>
                </a:solidFill>
              </a:defRPr>
            </a:lvl5pPr>
          </a:lstStyle>
          <a:p>
            <a:pPr lvl="0"/>
            <a:r>
              <a:rPr lang="fr-FR" dirty="0" smtClean="0"/>
              <a:t>###</a:t>
            </a:r>
            <a:endParaRPr lang="fr-FR" dirty="0"/>
          </a:p>
        </p:txBody>
      </p:sp>
      <p:sp>
        <p:nvSpPr>
          <p:cNvPr id="12" name="Rectangle 762"/>
          <p:cNvSpPr>
            <a:spLocks noChangeArrowheads="1"/>
          </p:cNvSpPr>
          <p:nvPr userDrawn="1"/>
        </p:nvSpPr>
        <p:spPr bwMode="auto">
          <a:xfrm>
            <a:off x="1005508" y="6408738"/>
            <a:ext cx="2795588"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r>
              <a:rPr lang="en-GB" sz="1000" dirty="0" smtClean="0">
                <a:solidFill>
                  <a:schemeClr val="bg1">
                    <a:lumMod val="50000"/>
                  </a:schemeClr>
                </a:solidFill>
                <a:latin typeface="Helvetica 55 Roman" pitchFamily="34" charset="0"/>
              </a:rPr>
              <a:t>interne</a:t>
            </a:r>
            <a:r>
              <a:rPr lang="en-US" sz="1000" dirty="0" smtClean="0">
                <a:solidFill>
                  <a:schemeClr val="bg1">
                    <a:lumMod val="50000"/>
                  </a:schemeClr>
                </a:solidFill>
                <a:latin typeface="Helvetica 55 Roman" pitchFamily="34" charset="0"/>
              </a:rPr>
              <a:t> </a:t>
            </a:r>
            <a:r>
              <a:rPr lang="en-US" sz="1000" dirty="0">
                <a:solidFill>
                  <a:schemeClr val="bg1">
                    <a:lumMod val="50000"/>
                  </a:schemeClr>
                </a:solidFill>
                <a:latin typeface="Helvetica 55 Roman" pitchFamily="34" charset="0"/>
              </a:rPr>
              <a:t>Orange</a:t>
            </a:r>
          </a:p>
        </p:txBody>
      </p:sp>
      <p:sp>
        <p:nvSpPr>
          <p:cNvPr id="14" name="Rectangle 762"/>
          <p:cNvSpPr>
            <a:spLocks noChangeArrowheads="1"/>
          </p:cNvSpPr>
          <p:nvPr userDrawn="1"/>
        </p:nvSpPr>
        <p:spPr bwMode="auto">
          <a:xfrm>
            <a:off x="395536" y="6408738"/>
            <a:ext cx="504056"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fld id="{EFE14BF7-218F-4596-8202-541E14B3C423}" type="slidenum">
              <a:rPr lang="en-US" sz="1000" smtClean="0">
                <a:solidFill>
                  <a:schemeClr val="bg1">
                    <a:lumMod val="50000"/>
                  </a:schemeClr>
                </a:solidFill>
                <a:latin typeface="Helvetica 55 Roman" pitchFamily="34" charset="0"/>
              </a:rPr>
              <a:t>‹N°›</a:t>
            </a:fld>
            <a:endParaRPr lang="en-US" sz="1000" dirty="0">
              <a:solidFill>
                <a:schemeClr val="bg1">
                  <a:lumMod val="50000"/>
                </a:schemeClr>
              </a:solidFill>
              <a:latin typeface="Helvetica 55 Roman" pitchFamily="34" charset="0"/>
            </a:endParaRPr>
          </a:p>
        </p:txBody>
      </p:sp>
    </p:spTree>
    <p:extLst>
      <p:ext uri="{BB962C8B-B14F-4D97-AF65-F5344CB8AC3E}">
        <p14:creationId xmlns:p14="http://schemas.microsoft.com/office/powerpoint/2010/main" val="4172138875"/>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iffres clefs 2">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1015200" y="404813"/>
            <a:ext cx="7084800" cy="982800"/>
          </a:xfrm>
        </p:spPr>
        <p:txBody>
          <a:bodyPr/>
          <a:lstStyle>
            <a:lvl1pPr algn="l">
              <a:defRPr/>
            </a:lvl1pPr>
          </a:lstStyle>
          <a:p>
            <a:r>
              <a:rPr lang="fr-FR" dirty="0" smtClean="0"/>
              <a:t>chiffres ou points clefs à mettre en valeur</a:t>
            </a:r>
            <a:endParaRPr lang="fr-FR" dirty="0"/>
          </a:p>
        </p:txBody>
      </p:sp>
      <p:sp>
        <p:nvSpPr>
          <p:cNvPr id="12" name="Espace réservé du texte 5"/>
          <p:cNvSpPr>
            <a:spLocks noGrp="1"/>
          </p:cNvSpPr>
          <p:nvPr>
            <p:ph type="body" sz="quarter" idx="12" hasCustomPrompt="1"/>
          </p:nvPr>
        </p:nvSpPr>
        <p:spPr>
          <a:xfrm>
            <a:off x="1016000" y="3357562"/>
            <a:ext cx="873762" cy="504000"/>
          </a:xfrm>
        </p:spPr>
        <p:txBody>
          <a:bodyPr/>
          <a:lstStyle>
            <a:lvl1pPr marL="0" indent="0">
              <a:buNone/>
              <a:defRPr sz="3200">
                <a:solidFill>
                  <a:srgbClr val="FF6600"/>
                </a:solidFill>
                <a:latin typeface="Helvetica 55 Roman" pitchFamily="34" charset="0"/>
              </a:defRPr>
            </a:lvl1pPr>
          </a:lstStyle>
          <a:p>
            <a:pPr lvl="0"/>
            <a:r>
              <a:rPr lang="fr-FR" dirty="0" smtClean="0">
                <a:solidFill>
                  <a:schemeClr val="tx2"/>
                </a:solidFill>
              </a:rPr>
              <a:t>###</a:t>
            </a:r>
            <a:endParaRPr lang="fr-FR" dirty="0"/>
          </a:p>
        </p:txBody>
      </p:sp>
      <p:sp>
        <p:nvSpPr>
          <p:cNvPr id="13" name="Espace réservé du texte 7"/>
          <p:cNvSpPr>
            <a:spLocks noGrp="1"/>
          </p:cNvSpPr>
          <p:nvPr>
            <p:ph type="body" sz="quarter" idx="13" hasCustomPrompt="1"/>
          </p:nvPr>
        </p:nvSpPr>
        <p:spPr>
          <a:xfrm>
            <a:off x="1903593" y="3359626"/>
            <a:ext cx="2668408" cy="504000"/>
          </a:xfrm>
        </p:spPr>
        <p:txBody>
          <a:bodyPr>
            <a:normAutofit/>
          </a:bodyPr>
          <a:lstStyle>
            <a:lvl1pPr marL="0" indent="0">
              <a:buNone/>
              <a:defRPr sz="3200">
                <a:solidFill>
                  <a:schemeClr val="tx1"/>
                </a:solidFill>
                <a:latin typeface="Helvetica 45 Light" pitchFamily="34" charset="0"/>
              </a:defRPr>
            </a:lvl1pPr>
          </a:lstStyle>
          <a:p>
            <a:pPr lvl="0"/>
            <a:r>
              <a:rPr lang="fr-FR" dirty="0" smtClean="0"/>
              <a:t>chiffres clefs</a:t>
            </a:r>
          </a:p>
        </p:txBody>
      </p:sp>
      <p:sp>
        <p:nvSpPr>
          <p:cNvPr id="14" name="Espace réservé du texte 5"/>
          <p:cNvSpPr>
            <a:spLocks noGrp="1"/>
          </p:cNvSpPr>
          <p:nvPr>
            <p:ph type="body" sz="quarter" idx="14" hasCustomPrompt="1"/>
          </p:nvPr>
        </p:nvSpPr>
        <p:spPr>
          <a:xfrm>
            <a:off x="4760415" y="3356992"/>
            <a:ext cx="873762" cy="504000"/>
          </a:xfrm>
        </p:spPr>
        <p:txBody>
          <a:bodyPr/>
          <a:lstStyle>
            <a:lvl1pPr marL="0" indent="0">
              <a:buNone/>
              <a:defRPr sz="3200">
                <a:solidFill>
                  <a:srgbClr val="FF6600"/>
                </a:solidFill>
                <a:latin typeface="Helvetica 55 Roman" pitchFamily="34" charset="0"/>
              </a:defRPr>
            </a:lvl1pPr>
          </a:lstStyle>
          <a:p>
            <a:pPr lvl="0"/>
            <a:r>
              <a:rPr lang="fr-FR" dirty="0" smtClean="0">
                <a:solidFill>
                  <a:schemeClr val="tx2"/>
                </a:solidFill>
              </a:rPr>
              <a:t>###</a:t>
            </a:r>
            <a:endParaRPr lang="fr-FR" dirty="0"/>
          </a:p>
        </p:txBody>
      </p:sp>
      <p:sp>
        <p:nvSpPr>
          <p:cNvPr id="15" name="Espace réservé du texte 7"/>
          <p:cNvSpPr>
            <a:spLocks noGrp="1"/>
          </p:cNvSpPr>
          <p:nvPr>
            <p:ph type="body" sz="quarter" idx="15" hasCustomPrompt="1"/>
          </p:nvPr>
        </p:nvSpPr>
        <p:spPr>
          <a:xfrm>
            <a:off x="5648008" y="3359056"/>
            <a:ext cx="2668408" cy="504000"/>
          </a:xfrm>
        </p:spPr>
        <p:txBody>
          <a:bodyPr>
            <a:normAutofit/>
          </a:bodyPr>
          <a:lstStyle>
            <a:lvl1pPr marL="0" indent="0">
              <a:buNone/>
              <a:defRPr sz="3200">
                <a:solidFill>
                  <a:schemeClr val="tx1"/>
                </a:solidFill>
                <a:latin typeface="Helvetica 45 Light" pitchFamily="34" charset="0"/>
              </a:defRPr>
            </a:lvl1pPr>
          </a:lstStyle>
          <a:p>
            <a:pPr lvl="0"/>
            <a:r>
              <a:rPr lang="fr-FR" dirty="0" smtClean="0"/>
              <a:t>chiffres clefs</a:t>
            </a:r>
          </a:p>
        </p:txBody>
      </p:sp>
      <p:sp>
        <p:nvSpPr>
          <p:cNvPr id="16" name="Espace réservé du texte 5"/>
          <p:cNvSpPr>
            <a:spLocks noGrp="1"/>
          </p:cNvSpPr>
          <p:nvPr>
            <p:ph type="body" sz="quarter" idx="16" hasCustomPrompt="1"/>
          </p:nvPr>
        </p:nvSpPr>
        <p:spPr>
          <a:xfrm>
            <a:off x="1016000" y="4579212"/>
            <a:ext cx="873762" cy="504000"/>
          </a:xfrm>
        </p:spPr>
        <p:txBody>
          <a:bodyPr/>
          <a:lstStyle>
            <a:lvl1pPr marL="0" indent="0">
              <a:buNone/>
              <a:defRPr sz="3200">
                <a:solidFill>
                  <a:srgbClr val="FF6600"/>
                </a:solidFill>
                <a:latin typeface="Helvetica 55 Roman" pitchFamily="34" charset="0"/>
              </a:defRPr>
            </a:lvl1pPr>
          </a:lstStyle>
          <a:p>
            <a:pPr lvl="0"/>
            <a:r>
              <a:rPr lang="fr-FR" dirty="0" smtClean="0">
                <a:solidFill>
                  <a:schemeClr val="tx2"/>
                </a:solidFill>
              </a:rPr>
              <a:t>###</a:t>
            </a:r>
            <a:endParaRPr lang="fr-FR" dirty="0"/>
          </a:p>
        </p:txBody>
      </p:sp>
      <p:sp>
        <p:nvSpPr>
          <p:cNvPr id="17" name="Espace réservé du texte 7"/>
          <p:cNvSpPr>
            <a:spLocks noGrp="1"/>
          </p:cNvSpPr>
          <p:nvPr>
            <p:ph type="body" sz="quarter" idx="17" hasCustomPrompt="1"/>
          </p:nvPr>
        </p:nvSpPr>
        <p:spPr>
          <a:xfrm>
            <a:off x="1903593" y="4581276"/>
            <a:ext cx="2668408" cy="504000"/>
          </a:xfrm>
        </p:spPr>
        <p:txBody>
          <a:bodyPr>
            <a:normAutofit/>
          </a:bodyPr>
          <a:lstStyle>
            <a:lvl1pPr marL="0" indent="0">
              <a:buNone/>
              <a:defRPr sz="3200">
                <a:solidFill>
                  <a:schemeClr val="tx1"/>
                </a:solidFill>
                <a:latin typeface="Helvetica 45 Light" pitchFamily="34" charset="0"/>
              </a:defRPr>
            </a:lvl1pPr>
          </a:lstStyle>
          <a:p>
            <a:pPr lvl="0"/>
            <a:r>
              <a:rPr lang="fr-FR" dirty="0" smtClean="0"/>
              <a:t>chiffres clefs</a:t>
            </a:r>
          </a:p>
        </p:txBody>
      </p:sp>
      <p:sp>
        <p:nvSpPr>
          <p:cNvPr id="18" name="Espace réservé du texte 5"/>
          <p:cNvSpPr>
            <a:spLocks noGrp="1"/>
          </p:cNvSpPr>
          <p:nvPr>
            <p:ph type="body" sz="quarter" idx="18" hasCustomPrompt="1"/>
          </p:nvPr>
        </p:nvSpPr>
        <p:spPr>
          <a:xfrm>
            <a:off x="4760415" y="4581128"/>
            <a:ext cx="873762" cy="504000"/>
          </a:xfrm>
        </p:spPr>
        <p:txBody>
          <a:bodyPr/>
          <a:lstStyle>
            <a:lvl1pPr marL="0" indent="0">
              <a:buNone/>
              <a:defRPr sz="3200">
                <a:solidFill>
                  <a:srgbClr val="FF6600"/>
                </a:solidFill>
                <a:latin typeface="Helvetica 55 Roman" pitchFamily="34" charset="0"/>
              </a:defRPr>
            </a:lvl1pPr>
          </a:lstStyle>
          <a:p>
            <a:pPr lvl="0"/>
            <a:r>
              <a:rPr lang="fr-FR" dirty="0" smtClean="0">
                <a:solidFill>
                  <a:schemeClr val="tx2"/>
                </a:solidFill>
              </a:rPr>
              <a:t>###</a:t>
            </a:r>
            <a:endParaRPr lang="fr-FR" dirty="0"/>
          </a:p>
        </p:txBody>
      </p:sp>
      <p:sp>
        <p:nvSpPr>
          <p:cNvPr id="19" name="Espace réservé du texte 7"/>
          <p:cNvSpPr>
            <a:spLocks noGrp="1"/>
          </p:cNvSpPr>
          <p:nvPr>
            <p:ph type="body" sz="quarter" idx="19" hasCustomPrompt="1"/>
          </p:nvPr>
        </p:nvSpPr>
        <p:spPr>
          <a:xfrm>
            <a:off x="5648008" y="4583192"/>
            <a:ext cx="2668408" cy="504000"/>
          </a:xfrm>
        </p:spPr>
        <p:txBody>
          <a:bodyPr>
            <a:normAutofit/>
          </a:bodyPr>
          <a:lstStyle>
            <a:lvl1pPr marL="0" indent="0">
              <a:buNone/>
              <a:defRPr sz="3200">
                <a:solidFill>
                  <a:schemeClr val="tx1"/>
                </a:solidFill>
                <a:latin typeface="Helvetica 45 Light" pitchFamily="34" charset="0"/>
              </a:defRPr>
            </a:lvl1pPr>
          </a:lstStyle>
          <a:p>
            <a:pPr lvl="0"/>
            <a:r>
              <a:rPr lang="fr-FR" dirty="0" smtClean="0"/>
              <a:t>chiffres clefs</a:t>
            </a:r>
          </a:p>
        </p:txBody>
      </p:sp>
      <p:sp>
        <p:nvSpPr>
          <p:cNvPr id="20" name="Espace réservé du texte 13"/>
          <p:cNvSpPr>
            <a:spLocks noGrp="1"/>
          </p:cNvSpPr>
          <p:nvPr>
            <p:ph type="body" sz="quarter" idx="20" hasCustomPrompt="1"/>
          </p:nvPr>
        </p:nvSpPr>
        <p:spPr>
          <a:xfrm>
            <a:off x="1016000" y="1781175"/>
            <a:ext cx="7085013" cy="1152525"/>
          </a:xfrm>
        </p:spPr>
        <p:txBody>
          <a:bodyPr/>
          <a:lstStyle>
            <a:lvl1pPr marL="0" indent="0">
              <a:buNone/>
              <a:defRPr sz="7500" baseline="0">
                <a:solidFill>
                  <a:schemeClr val="tx1"/>
                </a:solidFill>
                <a:latin typeface="Helvetica 35 Thin" pitchFamily="34" charset="0"/>
              </a:defRPr>
            </a:lvl1pPr>
          </a:lstStyle>
          <a:p>
            <a:pPr lvl="0"/>
            <a:r>
              <a:rPr lang="fr-FR" dirty="0" smtClean="0"/>
              <a:t>chiffres clefs</a:t>
            </a:r>
            <a:endParaRPr lang="fr-FR" dirty="0"/>
          </a:p>
        </p:txBody>
      </p:sp>
      <p:sp>
        <p:nvSpPr>
          <p:cNvPr id="21" name="Rectangle 762"/>
          <p:cNvSpPr>
            <a:spLocks noChangeArrowheads="1"/>
          </p:cNvSpPr>
          <p:nvPr userDrawn="1"/>
        </p:nvSpPr>
        <p:spPr bwMode="auto">
          <a:xfrm>
            <a:off x="1005508" y="6408738"/>
            <a:ext cx="2795588"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r>
              <a:rPr lang="en-GB" sz="1000" dirty="0" smtClean="0">
                <a:solidFill>
                  <a:schemeClr val="bg1">
                    <a:lumMod val="50000"/>
                  </a:schemeClr>
                </a:solidFill>
                <a:latin typeface="Helvetica 55 Roman" pitchFamily="34" charset="0"/>
              </a:rPr>
              <a:t>interne</a:t>
            </a:r>
            <a:r>
              <a:rPr lang="en-US" sz="1000" dirty="0" smtClean="0">
                <a:solidFill>
                  <a:schemeClr val="bg1">
                    <a:lumMod val="50000"/>
                  </a:schemeClr>
                </a:solidFill>
                <a:latin typeface="Helvetica 55 Roman" pitchFamily="34" charset="0"/>
              </a:rPr>
              <a:t> </a:t>
            </a:r>
            <a:r>
              <a:rPr lang="en-US" sz="1000" dirty="0">
                <a:solidFill>
                  <a:schemeClr val="bg1">
                    <a:lumMod val="50000"/>
                  </a:schemeClr>
                </a:solidFill>
                <a:latin typeface="Helvetica 55 Roman" pitchFamily="34" charset="0"/>
              </a:rPr>
              <a:t>Orange</a:t>
            </a:r>
          </a:p>
        </p:txBody>
      </p:sp>
      <p:sp>
        <p:nvSpPr>
          <p:cNvPr id="22" name="Rectangle 762"/>
          <p:cNvSpPr>
            <a:spLocks noChangeArrowheads="1"/>
          </p:cNvSpPr>
          <p:nvPr userDrawn="1"/>
        </p:nvSpPr>
        <p:spPr bwMode="auto">
          <a:xfrm>
            <a:off x="395536" y="6408738"/>
            <a:ext cx="504056"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fld id="{EFE14BF7-218F-4596-8202-541E14B3C423}" type="slidenum">
              <a:rPr lang="en-US" sz="1000" smtClean="0">
                <a:solidFill>
                  <a:schemeClr val="bg1">
                    <a:lumMod val="50000"/>
                  </a:schemeClr>
                </a:solidFill>
                <a:latin typeface="Helvetica 55 Roman" pitchFamily="34" charset="0"/>
              </a:rPr>
              <a:t>‹N°›</a:t>
            </a:fld>
            <a:endParaRPr lang="en-US" sz="1000" dirty="0">
              <a:solidFill>
                <a:schemeClr val="bg1">
                  <a:lumMod val="50000"/>
                </a:schemeClr>
              </a:solidFill>
              <a:latin typeface="Helvetica 55 Roman" pitchFamily="34" charset="0"/>
            </a:endParaRPr>
          </a:p>
        </p:txBody>
      </p:sp>
    </p:spTree>
    <p:extLst>
      <p:ext uri="{BB962C8B-B14F-4D97-AF65-F5344CB8AC3E}">
        <p14:creationId xmlns:p14="http://schemas.microsoft.com/office/powerpoint/2010/main" val="765053648"/>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e visuel et annotation">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1015200" y="404813"/>
            <a:ext cx="7058025" cy="982800"/>
          </a:xfrm>
        </p:spPr>
        <p:txBody>
          <a:bodyPr/>
          <a:lstStyle>
            <a:lvl1pPr algn="l">
              <a:defRPr/>
            </a:lvl1pPr>
          </a:lstStyle>
          <a:p>
            <a:r>
              <a:rPr lang="fr-FR" dirty="0" smtClean="0"/>
              <a:t>texte, visuel et annotation</a:t>
            </a:r>
            <a:endParaRPr lang="fr-FR" dirty="0"/>
          </a:p>
        </p:txBody>
      </p:sp>
      <p:sp>
        <p:nvSpPr>
          <p:cNvPr id="4" name="Espace réservé du texte 6"/>
          <p:cNvSpPr>
            <a:spLocks noGrp="1"/>
          </p:cNvSpPr>
          <p:nvPr>
            <p:ph type="body" sz="quarter" idx="11" hasCustomPrompt="1"/>
          </p:nvPr>
        </p:nvSpPr>
        <p:spPr>
          <a:xfrm>
            <a:off x="1043608" y="1773239"/>
            <a:ext cx="3340100" cy="3870340"/>
          </a:xfrm>
        </p:spPr>
        <p:txBody>
          <a:bodyPr/>
          <a:lstStyle>
            <a:lvl1pPr>
              <a:spcAft>
                <a:spcPts val="0"/>
              </a:spcAft>
              <a:defRPr sz="1800" baseline="0"/>
            </a:lvl1pPr>
          </a:lstStyle>
          <a:p>
            <a:r>
              <a:rPr lang="fr-FR" dirty="0" smtClean="0"/>
              <a:t>des informations complémentaires peuvent être ajoutées au visuel selon le format ci-contre</a:t>
            </a:r>
          </a:p>
        </p:txBody>
      </p:sp>
      <p:sp>
        <p:nvSpPr>
          <p:cNvPr id="5" name="Espace réservé du texte 6"/>
          <p:cNvSpPr>
            <a:spLocks noGrp="1"/>
          </p:cNvSpPr>
          <p:nvPr>
            <p:ph type="body" sz="quarter" idx="12" hasCustomPrompt="1"/>
          </p:nvPr>
        </p:nvSpPr>
        <p:spPr>
          <a:xfrm>
            <a:off x="4815508" y="4370751"/>
            <a:ext cx="3313113" cy="522143"/>
          </a:xfrm>
        </p:spPr>
        <p:txBody>
          <a:bodyPr/>
          <a:lstStyle>
            <a:lvl1pPr marL="0" indent="0" algn="l" eaLnBrk="0" hangingPunct="0">
              <a:spcAft>
                <a:spcPts val="0"/>
              </a:spcAft>
              <a:buSzPct val="70000"/>
              <a:buNone/>
              <a:defRPr sz="1200"/>
            </a:lvl1pPr>
          </a:lstStyle>
          <a:p>
            <a:pPr eaLnBrk="0" hangingPunct="0">
              <a:spcAft>
                <a:spcPct val="25000"/>
              </a:spcAft>
              <a:buSzPct val="70000"/>
            </a:pPr>
            <a:r>
              <a:rPr lang="fr-FR" dirty="0" smtClean="0">
                <a:solidFill>
                  <a:schemeClr val="tx2"/>
                </a:solidFill>
              </a:rPr>
              <a:t>annotation</a:t>
            </a:r>
            <a:endParaRPr lang="fr-FR" dirty="0">
              <a:solidFill>
                <a:schemeClr val="tx2"/>
              </a:solidFill>
            </a:endParaRPr>
          </a:p>
        </p:txBody>
      </p:sp>
      <p:sp>
        <p:nvSpPr>
          <p:cNvPr id="6" name="Espace réservé pour une image  3"/>
          <p:cNvSpPr>
            <a:spLocks noGrp="1"/>
          </p:cNvSpPr>
          <p:nvPr>
            <p:ph type="pic" sz="quarter" idx="14" hasCustomPrompt="1"/>
          </p:nvPr>
        </p:nvSpPr>
        <p:spPr>
          <a:xfrm>
            <a:off x="4815508" y="1773238"/>
            <a:ext cx="3313113" cy="2232025"/>
          </a:xfrm>
        </p:spPr>
        <p:txBody>
          <a:bodyPr/>
          <a:lstStyle>
            <a:lvl1pPr>
              <a:spcAft>
                <a:spcPts val="0"/>
              </a:spcAft>
              <a:defRPr sz="1800"/>
            </a:lvl1pPr>
          </a:lstStyle>
          <a:p>
            <a:r>
              <a:rPr lang="fr-FR" dirty="0" smtClean="0"/>
              <a:t>cliquez ici pour insérer une image</a:t>
            </a:r>
            <a:endParaRPr lang="fr-FR" dirty="0"/>
          </a:p>
        </p:txBody>
      </p:sp>
      <p:sp>
        <p:nvSpPr>
          <p:cNvPr id="7" name="Rectangle 762"/>
          <p:cNvSpPr>
            <a:spLocks noChangeArrowheads="1"/>
          </p:cNvSpPr>
          <p:nvPr userDrawn="1"/>
        </p:nvSpPr>
        <p:spPr bwMode="auto">
          <a:xfrm>
            <a:off x="1005508" y="6408738"/>
            <a:ext cx="2795588"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r>
              <a:rPr lang="en-GB" sz="1000" dirty="0" smtClean="0">
                <a:solidFill>
                  <a:schemeClr val="bg1">
                    <a:lumMod val="50000"/>
                  </a:schemeClr>
                </a:solidFill>
                <a:latin typeface="Helvetica 55 Roman" pitchFamily="34" charset="0"/>
              </a:rPr>
              <a:t>interne</a:t>
            </a:r>
            <a:r>
              <a:rPr lang="en-US" sz="1000" dirty="0" smtClean="0">
                <a:solidFill>
                  <a:schemeClr val="bg1">
                    <a:lumMod val="50000"/>
                  </a:schemeClr>
                </a:solidFill>
                <a:latin typeface="Helvetica 55 Roman" pitchFamily="34" charset="0"/>
              </a:rPr>
              <a:t> </a:t>
            </a:r>
            <a:r>
              <a:rPr lang="en-US" sz="1000" dirty="0">
                <a:solidFill>
                  <a:schemeClr val="bg1">
                    <a:lumMod val="50000"/>
                  </a:schemeClr>
                </a:solidFill>
                <a:latin typeface="Helvetica 55 Roman" pitchFamily="34" charset="0"/>
              </a:rPr>
              <a:t>Orange</a:t>
            </a:r>
          </a:p>
        </p:txBody>
      </p:sp>
      <p:sp>
        <p:nvSpPr>
          <p:cNvPr id="8" name="Rectangle 762"/>
          <p:cNvSpPr>
            <a:spLocks noChangeArrowheads="1"/>
          </p:cNvSpPr>
          <p:nvPr userDrawn="1"/>
        </p:nvSpPr>
        <p:spPr bwMode="auto">
          <a:xfrm>
            <a:off x="395536" y="6408738"/>
            <a:ext cx="504056"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fld id="{EFE14BF7-218F-4596-8202-541E14B3C423}" type="slidenum">
              <a:rPr lang="en-US" sz="1000" smtClean="0">
                <a:solidFill>
                  <a:schemeClr val="bg1">
                    <a:lumMod val="50000"/>
                  </a:schemeClr>
                </a:solidFill>
                <a:latin typeface="Helvetica 55 Roman" pitchFamily="34" charset="0"/>
              </a:rPr>
              <a:t>‹N°›</a:t>
            </a:fld>
            <a:endParaRPr lang="en-US" sz="1000" dirty="0">
              <a:solidFill>
                <a:schemeClr val="bg1">
                  <a:lumMod val="50000"/>
                </a:schemeClr>
              </a:solidFill>
              <a:latin typeface="Helvetica 55 Roman" pitchFamily="34" charset="0"/>
            </a:endParaRPr>
          </a:p>
        </p:txBody>
      </p:sp>
    </p:spTree>
    <p:extLst>
      <p:ext uri="{BB962C8B-B14F-4D97-AF65-F5344CB8AC3E}">
        <p14:creationId xmlns:p14="http://schemas.microsoft.com/office/powerpoint/2010/main" val="232175765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visuel demi page">
    <p:spTree>
      <p:nvGrpSpPr>
        <p:cNvPr id="1" name=""/>
        <p:cNvGrpSpPr/>
        <p:nvPr/>
      </p:nvGrpSpPr>
      <p:grpSpPr>
        <a:xfrm>
          <a:off x="0" y="0"/>
          <a:ext cx="0" cy="0"/>
          <a:chOff x="0" y="0"/>
          <a:chExt cx="0" cy="0"/>
        </a:xfrm>
      </p:grpSpPr>
      <p:sp>
        <p:nvSpPr>
          <p:cNvPr id="3" name="Titre 1"/>
          <p:cNvSpPr>
            <a:spLocks noGrp="1"/>
          </p:cNvSpPr>
          <p:nvPr>
            <p:ph type="title" hasCustomPrompt="1"/>
          </p:nvPr>
        </p:nvSpPr>
        <p:spPr>
          <a:xfrm>
            <a:off x="1015200" y="404813"/>
            <a:ext cx="3344862" cy="984250"/>
          </a:xfrm>
        </p:spPr>
        <p:txBody>
          <a:bodyPr/>
          <a:lstStyle>
            <a:lvl1pPr algn="l">
              <a:defRPr/>
            </a:lvl1pPr>
          </a:lstStyle>
          <a:p>
            <a:r>
              <a:rPr lang="fr-FR" dirty="0" smtClean="0"/>
              <a:t>visuel sur une </a:t>
            </a:r>
            <a:br>
              <a:rPr lang="fr-FR" dirty="0" smtClean="0"/>
            </a:br>
            <a:r>
              <a:rPr lang="fr-FR" dirty="0" smtClean="0"/>
              <a:t>moitié de page</a:t>
            </a:r>
            <a:endParaRPr lang="fr-FR" dirty="0"/>
          </a:p>
        </p:txBody>
      </p:sp>
      <p:sp>
        <p:nvSpPr>
          <p:cNvPr id="4" name="Espace réservé du texte 6"/>
          <p:cNvSpPr>
            <a:spLocks noGrp="1"/>
          </p:cNvSpPr>
          <p:nvPr>
            <p:ph type="body" sz="quarter" idx="11" hasCustomPrompt="1"/>
          </p:nvPr>
        </p:nvSpPr>
        <p:spPr>
          <a:xfrm>
            <a:off x="1039626" y="1773238"/>
            <a:ext cx="3340100" cy="3887787"/>
          </a:xfrm>
        </p:spPr>
        <p:txBody>
          <a:bodyPr/>
          <a:lstStyle>
            <a:lvl1pPr marL="193675" marR="0" indent="-193675" algn="l" defTabSz="914400" rtl="0" eaLnBrk="1" fontAlgn="base" latinLnBrk="0" hangingPunct="1">
              <a:lnSpc>
                <a:spcPct val="100000"/>
              </a:lnSpc>
              <a:spcBef>
                <a:spcPct val="0"/>
              </a:spcBef>
              <a:spcAft>
                <a:spcPts val="0"/>
              </a:spcAft>
              <a:buClr>
                <a:srgbClr val="FF6600"/>
              </a:buClr>
              <a:buSzPct val="100000"/>
              <a:buFont typeface="Wingdings" pitchFamily="2" charset="2"/>
              <a:buChar char="§"/>
              <a:tabLst/>
              <a:defRPr sz="1800">
                <a:solidFill>
                  <a:schemeClr val="tx1"/>
                </a:solidFill>
              </a:defRPr>
            </a:lvl1pPr>
          </a:lstStyle>
          <a:p>
            <a:r>
              <a:rPr lang="fr-FR" dirty="0" smtClean="0"/>
              <a:t>un visuel peut être inséré sur une moitié de page</a:t>
            </a:r>
          </a:p>
          <a:p>
            <a:endParaRPr lang="fr-FR" dirty="0"/>
          </a:p>
        </p:txBody>
      </p:sp>
      <p:sp>
        <p:nvSpPr>
          <p:cNvPr id="5" name="Espace réservé pour une image  3"/>
          <p:cNvSpPr>
            <a:spLocks noGrp="1"/>
          </p:cNvSpPr>
          <p:nvPr>
            <p:ph type="pic" sz="quarter" idx="12" hasCustomPrompt="1"/>
          </p:nvPr>
        </p:nvSpPr>
        <p:spPr>
          <a:xfrm>
            <a:off x="4572000" y="0"/>
            <a:ext cx="4572000" cy="6858000"/>
          </a:xfrm>
        </p:spPr>
        <p:txBody>
          <a:bodyPr/>
          <a:lstStyle/>
          <a:p>
            <a:r>
              <a:rPr lang="fr-FR" dirty="0" smtClean="0"/>
              <a:t>cliquez sur l'icône pour ajouter une image</a:t>
            </a:r>
            <a:endParaRPr lang="fr-FR" dirty="0"/>
          </a:p>
        </p:txBody>
      </p:sp>
      <p:sp>
        <p:nvSpPr>
          <p:cNvPr id="6" name="Rectangle 762"/>
          <p:cNvSpPr>
            <a:spLocks noChangeArrowheads="1"/>
          </p:cNvSpPr>
          <p:nvPr userDrawn="1"/>
        </p:nvSpPr>
        <p:spPr bwMode="auto">
          <a:xfrm>
            <a:off x="1005508" y="6408738"/>
            <a:ext cx="2795588"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r>
              <a:rPr lang="en-GB" sz="1000" dirty="0" smtClean="0">
                <a:solidFill>
                  <a:schemeClr val="bg1">
                    <a:lumMod val="50000"/>
                  </a:schemeClr>
                </a:solidFill>
                <a:latin typeface="Helvetica 55 Roman" pitchFamily="34" charset="0"/>
              </a:rPr>
              <a:t>interne</a:t>
            </a:r>
            <a:r>
              <a:rPr lang="en-US" sz="1000" dirty="0" smtClean="0">
                <a:solidFill>
                  <a:schemeClr val="bg1">
                    <a:lumMod val="50000"/>
                  </a:schemeClr>
                </a:solidFill>
                <a:latin typeface="Helvetica 55 Roman" pitchFamily="34" charset="0"/>
              </a:rPr>
              <a:t> </a:t>
            </a:r>
            <a:r>
              <a:rPr lang="en-US" sz="1000" dirty="0">
                <a:solidFill>
                  <a:schemeClr val="bg1">
                    <a:lumMod val="50000"/>
                  </a:schemeClr>
                </a:solidFill>
                <a:latin typeface="Helvetica 55 Roman" pitchFamily="34" charset="0"/>
              </a:rPr>
              <a:t>Orange</a:t>
            </a:r>
          </a:p>
        </p:txBody>
      </p:sp>
      <p:sp>
        <p:nvSpPr>
          <p:cNvPr id="7" name="Rectangle 762"/>
          <p:cNvSpPr>
            <a:spLocks noChangeArrowheads="1"/>
          </p:cNvSpPr>
          <p:nvPr userDrawn="1"/>
        </p:nvSpPr>
        <p:spPr bwMode="auto">
          <a:xfrm>
            <a:off x="395536" y="6408738"/>
            <a:ext cx="504056"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fld id="{EFE14BF7-218F-4596-8202-541E14B3C423}" type="slidenum">
              <a:rPr lang="en-US" sz="1000" smtClean="0">
                <a:solidFill>
                  <a:schemeClr val="bg1">
                    <a:lumMod val="50000"/>
                  </a:schemeClr>
                </a:solidFill>
                <a:latin typeface="Helvetica 55 Roman" pitchFamily="34" charset="0"/>
              </a:rPr>
              <a:t>‹N°›</a:t>
            </a:fld>
            <a:endParaRPr lang="en-US" sz="1000" dirty="0">
              <a:solidFill>
                <a:schemeClr val="bg1">
                  <a:lumMod val="50000"/>
                </a:schemeClr>
              </a:solidFill>
              <a:latin typeface="Helvetica 55 Roman" pitchFamily="34" charset="0"/>
            </a:endParaRPr>
          </a:p>
        </p:txBody>
      </p:sp>
    </p:spTree>
    <p:extLst>
      <p:ext uri="{BB962C8B-B14F-4D97-AF65-F5344CB8AC3E}">
        <p14:creationId xmlns:p14="http://schemas.microsoft.com/office/powerpoint/2010/main" val="3359072037"/>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visuels multiples">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1015200" y="404664"/>
            <a:ext cx="7051129" cy="982800"/>
          </a:xfrm>
        </p:spPr>
        <p:txBody>
          <a:bodyPr/>
          <a:lstStyle>
            <a:lvl1pPr algn="l">
              <a:defRPr/>
            </a:lvl1pPr>
          </a:lstStyle>
          <a:p>
            <a:r>
              <a:rPr lang="fr-FR" dirty="0" smtClean="0"/>
              <a:t>visuels multiples</a:t>
            </a:r>
            <a:endParaRPr lang="fr-FR" dirty="0"/>
          </a:p>
        </p:txBody>
      </p:sp>
      <p:sp>
        <p:nvSpPr>
          <p:cNvPr id="3" name="Espace réservé pour une image  3"/>
          <p:cNvSpPr>
            <a:spLocks noGrp="1"/>
          </p:cNvSpPr>
          <p:nvPr>
            <p:ph type="pic" sz="quarter" idx="12" hasCustomPrompt="1"/>
          </p:nvPr>
        </p:nvSpPr>
        <p:spPr>
          <a:xfrm>
            <a:off x="1039129" y="1773238"/>
            <a:ext cx="3316971" cy="2303834"/>
          </a:xfrm>
        </p:spPr>
        <p:txBody>
          <a:bodyPr/>
          <a:lstStyle>
            <a:lvl1pPr marL="0" indent="0">
              <a:buNone/>
              <a:defRPr baseline="0"/>
            </a:lvl1pPr>
          </a:lstStyle>
          <a:p>
            <a:r>
              <a:rPr lang="fr-FR" dirty="0" smtClean="0"/>
              <a:t>cliquez sur l’icône pour insérer une image</a:t>
            </a:r>
            <a:endParaRPr lang="fr-FR" dirty="0"/>
          </a:p>
        </p:txBody>
      </p:sp>
      <p:sp>
        <p:nvSpPr>
          <p:cNvPr id="4" name="Espace réservé pour une image  3"/>
          <p:cNvSpPr>
            <a:spLocks noGrp="1"/>
          </p:cNvSpPr>
          <p:nvPr>
            <p:ph type="pic" sz="quarter" idx="13" hasCustomPrompt="1"/>
          </p:nvPr>
        </p:nvSpPr>
        <p:spPr>
          <a:xfrm>
            <a:off x="4787279" y="1773238"/>
            <a:ext cx="3289984" cy="2303834"/>
          </a:xfrm>
        </p:spPr>
        <p:txBody>
          <a:bodyPr/>
          <a:lstStyle>
            <a:lvl1pPr marL="0" indent="0">
              <a:buNone/>
              <a:defRPr baseline="0"/>
            </a:lvl1pPr>
          </a:lstStyle>
          <a:p>
            <a:r>
              <a:rPr lang="fr-FR" dirty="0" smtClean="0"/>
              <a:t>cliquez sur l’icône pour insérer une image</a:t>
            </a:r>
            <a:endParaRPr lang="fr-FR" dirty="0"/>
          </a:p>
        </p:txBody>
      </p:sp>
      <p:sp>
        <p:nvSpPr>
          <p:cNvPr id="5" name="Espace réservé du texte 7"/>
          <p:cNvSpPr>
            <a:spLocks noGrp="1"/>
          </p:cNvSpPr>
          <p:nvPr>
            <p:ph type="body" sz="quarter" idx="14" hasCustomPrompt="1"/>
          </p:nvPr>
        </p:nvSpPr>
        <p:spPr>
          <a:xfrm>
            <a:off x="1039130" y="4365625"/>
            <a:ext cx="3316971" cy="1150938"/>
          </a:xfrm>
        </p:spPr>
        <p:txBody>
          <a:bodyPr/>
          <a:lstStyle>
            <a:lvl1pPr marL="0" marR="0" indent="0" algn="l" defTabSz="914400" rtl="0" eaLnBrk="1" fontAlgn="base" latinLnBrk="0" hangingPunct="1">
              <a:lnSpc>
                <a:spcPct val="100000"/>
              </a:lnSpc>
              <a:spcBef>
                <a:spcPct val="0"/>
              </a:spcBef>
              <a:spcAft>
                <a:spcPct val="50000"/>
              </a:spcAft>
              <a:buClr>
                <a:schemeClr val="tx2"/>
              </a:buClr>
              <a:buSzPct val="100000"/>
              <a:buFontTx/>
              <a:buNone/>
              <a:tabLst/>
              <a:defRPr sz="1200"/>
            </a:lvl1pPr>
          </a:lstStyle>
          <a:p>
            <a:pPr marL="0" marR="0" lvl="0" indent="0" algn="l" defTabSz="914400" rtl="0" eaLnBrk="1" fontAlgn="base" latinLnBrk="0" hangingPunct="1">
              <a:lnSpc>
                <a:spcPct val="100000"/>
              </a:lnSpc>
              <a:spcBef>
                <a:spcPct val="0"/>
              </a:spcBef>
              <a:spcAft>
                <a:spcPct val="50000"/>
              </a:spcAft>
              <a:buClr>
                <a:schemeClr val="tx2"/>
              </a:buClr>
              <a:buSzPct val="100000"/>
              <a:buFontTx/>
              <a:buNone/>
              <a:tabLst/>
              <a:defRPr/>
            </a:pPr>
            <a:r>
              <a:rPr lang="fr-FR" sz="1200" dirty="0" smtClean="0"/>
              <a:t>quand vous utilisez des images multiples, n’oubliez pas de laisser un minimum de 5 mm entre les visuels</a:t>
            </a:r>
          </a:p>
          <a:p>
            <a:pPr marL="0" marR="0" lvl="0" indent="0" algn="l" defTabSz="914400" rtl="0" eaLnBrk="1" fontAlgn="base" latinLnBrk="0" hangingPunct="1">
              <a:lnSpc>
                <a:spcPct val="100000"/>
              </a:lnSpc>
              <a:spcBef>
                <a:spcPct val="0"/>
              </a:spcBef>
              <a:spcAft>
                <a:spcPct val="50000"/>
              </a:spcAft>
              <a:buClr>
                <a:schemeClr val="tx2"/>
              </a:buClr>
              <a:buSzPct val="100000"/>
              <a:buFontTx/>
              <a:buNone/>
              <a:tabLst/>
              <a:defRPr/>
            </a:pPr>
            <a:endParaRPr lang="fr-FR" sz="1200" dirty="0" smtClean="0"/>
          </a:p>
        </p:txBody>
      </p:sp>
      <p:sp>
        <p:nvSpPr>
          <p:cNvPr id="6" name="Espace réservé du texte 7"/>
          <p:cNvSpPr>
            <a:spLocks noGrp="1"/>
          </p:cNvSpPr>
          <p:nvPr>
            <p:ph type="body" sz="quarter" idx="15" hasCustomPrompt="1"/>
          </p:nvPr>
        </p:nvSpPr>
        <p:spPr>
          <a:xfrm>
            <a:off x="4787403" y="4365104"/>
            <a:ext cx="3294597" cy="1150938"/>
          </a:xfrm>
        </p:spPr>
        <p:txBody>
          <a:bodyPr/>
          <a:lstStyle>
            <a:lvl1pPr marL="0" marR="0" indent="0" algn="l" defTabSz="914400" rtl="0" eaLnBrk="1" fontAlgn="base" latinLnBrk="0" hangingPunct="1">
              <a:lnSpc>
                <a:spcPct val="100000"/>
              </a:lnSpc>
              <a:spcBef>
                <a:spcPct val="0"/>
              </a:spcBef>
              <a:spcAft>
                <a:spcPct val="50000"/>
              </a:spcAft>
              <a:buClr>
                <a:schemeClr val="tx2"/>
              </a:buClr>
              <a:buSzPct val="100000"/>
              <a:buFontTx/>
              <a:buNone/>
              <a:tabLst/>
              <a:defRPr sz="1200"/>
            </a:lvl1pPr>
          </a:lstStyle>
          <a:p>
            <a:pPr marL="0" marR="0" lvl="0" indent="0" algn="l" defTabSz="914400" rtl="0" eaLnBrk="1" fontAlgn="base" latinLnBrk="0" hangingPunct="1">
              <a:lnSpc>
                <a:spcPct val="100000"/>
              </a:lnSpc>
              <a:spcBef>
                <a:spcPct val="0"/>
              </a:spcBef>
              <a:spcAft>
                <a:spcPct val="50000"/>
              </a:spcAft>
              <a:buClr>
                <a:schemeClr val="tx2"/>
              </a:buClr>
              <a:buSzPct val="100000"/>
              <a:buFontTx/>
              <a:buNone/>
              <a:tabLst/>
              <a:defRPr/>
            </a:pPr>
            <a:r>
              <a:rPr lang="fr-FR" sz="1200" dirty="0" smtClean="0"/>
              <a:t>vous pouvez trouver d’autres images sur le site de la marque www.brand.orange.com</a:t>
            </a:r>
          </a:p>
        </p:txBody>
      </p:sp>
      <p:sp>
        <p:nvSpPr>
          <p:cNvPr id="7" name="Rectangle 762"/>
          <p:cNvSpPr>
            <a:spLocks noChangeArrowheads="1"/>
          </p:cNvSpPr>
          <p:nvPr userDrawn="1"/>
        </p:nvSpPr>
        <p:spPr bwMode="auto">
          <a:xfrm>
            <a:off x="1005508" y="6408738"/>
            <a:ext cx="2795588"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r>
              <a:rPr lang="en-GB" sz="1000" dirty="0" smtClean="0">
                <a:solidFill>
                  <a:schemeClr val="bg1">
                    <a:lumMod val="50000"/>
                  </a:schemeClr>
                </a:solidFill>
                <a:latin typeface="Helvetica 55 Roman" pitchFamily="34" charset="0"/>
              </a:rPr>
              <a:t>interne</a:t>
            </a:r>
            <a:r>
              <a:rPr lang="en-US" sz="1000" dirty="0" smtClean="0">
                <a:solidFill>
                  <a:schemeClr val="bg1">
                    <a:lumMod val="50000"/>
                  </a:schemeClr>
                </a:solidFill>
                <a:latin typeface="Helvetica 55 Roman" pitchFamily="34" charset="0"/>
              </a:rPr>
              <a:t> </a:t>
            </a:r>
            <a:r>
              <a:rPr lang="en-US" sz="1000" dirty="0">
                <a:solidFill>
                  <a:schemeClr val="bg1">
                    <a:lumMod val="50000"/>
                  </a:schemeClr>
                </a:solidFill>
                <a:latin typeface="Helvetica 55 Roman" pitchFamily="34" charset="0"/>
              </a:rPr>
              <a:t>Orange</a:t>
            </a:r>
          </a:p>
        </p:txBody>
      </p:sp>
      <p:sp>
        <p:nvSpPr>
          <p:cNvPr id="8" name="Rectangle 762"/>
          <p:cNvSpPr>
            <a:spLocks noChangeArrowheads="1"/>
          </p:cNvSpPr>
          <p:nvPr userDrawn="1"/>
        </p:nvSpPr>
        <p:spPr bwMode="auto">
          <a:xfrm>
            <a:off x="395536" y="6408738"/>
            <a:ext cx="504056"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fld id="{EFE14BF7-218F-4596-8202-541E14B3C423}" type="slidenum">
              <a:rPr lang="en-US" sz="1000" smtClean="0">
                <a:solidFill>
                  <a:schemeClr val="bg1">
                    <a:lumMod val="50000"/>
                  </a:schemeClr>
                </a:solidFill>
                <a:latin typeface="Helvetica 55 Roman" pitchFamily="34" charset="0"/>
              </a:rPr>
              <a:t>‹N°›</a:t>
            </a:fld>
            <a:endParaRPr lang="en-US" sz="1000" dirty="0">
              <a:solidFill>
                <a:schemeClr val="bg1">
                  <a:lumMod val="50000"/>
                </a:schemeClr>
              </a:solidFill>
              <a:latin typeface="Helvetica 55 Roman" pitchFamily="34" charset="0"/>
            </a:endParaRPr>
          </a:p>
        </p:txBody>
      </p:sp>
    </p:spTree>
    <p:extLst>
      <p:ext uri="{BB962C8B-B14F-4D97-AF65-F5344CB8AC3E}">
        <p14:creationId xmlns:p14="http://schemas.microsoft.com/office/powerpoint/2010/main" val="2792541143"/>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visuels multiples 4">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1016213" y="403669"/>
            <a:ext cx="7084800" cy="982800"/>
          </a:xfrm>
        </p:spPr>
        <p:txBody>
          <a:bodyPr/>
          <a:lstStyle>
            <a:lvl1pPr algn="l">
              <a:defRPr/>
            </a:lvl1pPr>
          </a:lstStyle>
          <a:p>
            <a:r>
              <a:rPr lang="fr-FR" dirty="0" smtClean="0"/>
              <a:t>visuels multiples</a:t>
            </a:r>
            <a:endParaRPr lang="fr-FR" dirty="0"/>
          </a:p>
        </p:txBody>
      </p:sp>
      <p:sp>
        <p:nvSpPr>
          <p:cNvPr id="3" name="Espace réservé pour une image  3"/>
          <p:cNvSpPr>
            <a:spLocks noGrp="1"/>
          </p:cNvSpPr>
          <p:nvPr>
            <p:ph type="pic" sz="quarter" idx="14" hasCustomPrompt="1"/>
          </p:nvPr>
        </p:nvSpPr>
        <p:spPr>
          <a:xfrm>
            <a:off x="4702408" y="2287800"/>
            <a:ext cx="1555736" cy="1141200"/>
          </a:xfrm>
        </p:spPr>
        <p:txBody>
          <a:bodyPr/>
          <a:lstStyle>
            <a:lvl1pPr marL="0" indent="0">
              <a:buNone/>
              <a:defRPr baseline="0"/>
            </a:lvl1pPr>
          </a:lstStyle>
          <a:p>
            <a:r>
              <a:rPr lang="fr-FR" dirty="0" smtClean="0"/>
              <a:t>cliquez sur l’icône pour insérer une image</a:t>
            </a:r>
            <a:endParaRPr lang="fr-FR" dirty="0"/>
          </a:p>
        </p:txBody>
      </p:sp>
      <p:sp>
        <p:nvSpPr>
          <p:cNvPr id="4" name="Espace réservé pour une image  3"/>
          <p:cNvSpPr>
            <a:spLocks noGrp="1"/>
          </p:cNvSpPr>
          <p:nvPr>
            <p:ph type="pic" sz="quarter" idx="15" hasCustomPrompt="1"/>
          </p:nvPr>
        </p:nvSpPr>
        <p:spPr>
          <a:xfrm>
            <a:off x="6529464" y="2287800"/>
            <a:ext cx="1555736" cy="1141200"/>
          </a:xfrm>
        </p:spPr>
        <p:txBody>
          <a:bodyPr/>
          <a:lstStyle>
            <a:lvl1pPr marL="0" indent="0">
              <a:buNone/>
              <a:defRPr baseline="0"/>
            </a:lvl1pPr>
          </a:lstStyle>
          <a:p>
            <a:r>
              <a:rPr lang="fr-FR" dirty="0" smtClean="0"/>
              <a:t>cliquez sur l’icône pour insérer une image</a:t>
            </a:r>
            <a:endParaRPr lang="fr-FR" dirty="0"/>
          </a:p>
        </p:txBody>
      </p:sp>
      <p:sp>
        <p:nvSpPr>
          <p:cNvPr id="5" name="Espace réservé pour une image  3"/>
          <p:cNvSpPr>
            <a:spLocks noGrp="1"/>
          </p:cNvSpPr>
          <p:nvPr>
            <p:ph type="pic" sz="quarter" idx="16" hasCustomPrompt="1"/>
          </p:nvPr>
        </p:nvSpPr>
        <p:spPr>
          <a:xfrm>
            <a:off x="1048298" y="2287800"/>
            <a:ext cx="1555736" cy="1141200"/>
          </a:xfrm>
        </p:spPr>
        <p:txBody>
          <a:bodyPr/>
          <a:lstStyle>
            <a:lvl1pPr marL="0" indent="0">
              <a:buNone/>
              <a:defRPr baseline="0"/>
            </a:lvl1pPr>
          </a:lstStyle>
          <a:p>
            <a:r>
              <a:rPr lang="fr-FR" dirty="0" smtClean="0"/>
              <a:t>cliquez sur l’icône pour insérer une image</a:t>
            </a:r>
            <a:endParaRPr lang="fr-FR" dirty="0"/>
          </a:p>
        </p:txBody>
      </p:sp>
      <p:sp>
        <p:nvSpPr>
          <p:cNvPr id="6" name="Espace réservé pour une image  3"/>
          <p:cNvSpPr>
            <a:spLocks noGrp="1"/>
          </p:cNvSpPr>
          <p:nvPr>
            <p:ph type="pic" sz="quarter" idx="17" hasCustomPrompt="1"/>
          </p:nvPr>
        </p:nvSpPr>
        <p:spPr>
          <a:xfrm>
            <a:off x="2875353" y="2287800"/>
            <a:ext cx="1555736" cy="1141200"/>
          </a:xfrm>
        </p:spPr>
        <p:txBody>
          <a:bodyPr/>
          <a:lstStyle>
            <a:lvl1pPr marL="0" indent="0">
              <a:buNone/>
              <a:defRPr baseline="0"/>
            </a:lvl1pPr>
          </a:lstStyle>
          <a:p>
            <a:r>
              <a:rPr lang="fr-FR" dirty="0" smtClean="0"/>
              <a:t>cliquez sur l’icône pour insérer une image</a:t>
            </a:r>
            <a:endParaRPr lang="fr-FR" dirty="0"/>
          </a:p>
        </p:txBody>
      </p:sp>
      <p:sp>
        <p:nvSpPr>
          <p:cNvPr id="7" name="Espace réservé du texte 7"/>
          <p:cNvSpPr>
            <a:spLocks noGrp="1"/>
          </p:cNvSpPr>
          <p:nvPr>
            <p:ph type="body" sz="quarter" idx="18" hasCustomPrompt="1"/>
          </p:nvPr>
        </p:nvSpPr>
        <p:spPr>
          <a:xfrm>
            <a:off x="1048299" y="3777530"/>
            <a:ext cx="1539776" cy="1150938"/>
          </a:xfrm>
        </p:spPr>
        <p:txBody>
          <a:bodyPr/>
          <a:lstStyle>
            <a:lvl1pPr marL="0" marR="0" indent="0" algn="l" defTabSz="914400" rtl="0" eaLnBrk="1" fontAlgn="base" latinLnBrk="0" hangingPunct="1">
              <a:lnSpc>
                <a:spcPct val="100000"/>
              </a:lnSpc>
              <a:spcBef>
                <a:spcPct val="0"/>
              </a:spcBef>
              <a:spcAft>
                <a:spcPts val="0"/>
              </a:spcAft>
              <a:buClr>
                <a:schemeClr val="tx2"/>
              </a:buClr>
              <a:buSzPct val="100000"/>
              <a:buFontTx/>
              <a:buNone/>
              <a:tabLst/>
              <a:defRPr sz="1200"/>
            </a:lvl1pPr>
          </a:lstStyle>
          <a:p>
            <a:pPr marL="0" marR="0" lvl="0" indent="0" algn="l" defTabSz="914400" rtl="0" eaLnBrk="1" fontAlgn="base" latinLnBrk="0" hangingPunct="1">
              <a:lnSpc>
                <a:spcPct val="100000"/>
              </a:lnSpc>
              <a:spcBef>
                <a:spcPct val="0"/>
              </a:spcBef>
              <a:spcAft>
                <a:spcPct val="50000"/>
              </a:spcAft>
              <a:buClr>
                <a:schemeClr val="tx2"/>
              </a:buClr>
              <a:buSzPct val="100000"/>
              <a:buFontTx/>
              <a:buNone/>
              <a:tabLst/>
              <a:defRPr/>
            </a:pPr>
            <a:r>
              <a:rPr lang="fr-FR" sz="1200" dirty="0" smtClean="0"/>
              <a:t>quand vous utilisez des images multiples, n’oubliez pas de laisser un minimum de 5 mm entre les visuels</a:t>
            </a:r>
          </a:p>
        </p:txBody>
      </p:sp>
      <p:sp>
        <p:nvSpPr>
          <p:cNvPr id="8" name="Espace réservé du texte 7"/>
          <p:cNvSpPr>
            <a:spLocks noGrp="1"/>
          </p:cNvSpPr>
          <p:nvPr>
            <p:ph type="body" sz="quarter" idx="19" hasCustomPrompt="1"/>
          </p:nvPr>
        </p:nvSpPr>
        <p:spPr>
          <a:xfrm>
            <a:off x="2875721" y="3776340"/>
            <a:ext cx="1539776" cy="1150938"/>
          </a:xfrm>
        </p:spPr>
        <p:txBody>
          <a:bodyPr/>
          <a:lstStyle>
            <a:lvl1pPr marL="0" marR="0" indent="0" algn="l" defTabSz="914400" rtl="0" eaLnBrk="1" fontAlgn="base" latinLnBrk="0" hangingPunct="1">
              <a:lnSpc>
                <a:spcPct val="100000"/>
              </a:lnSpc>
              <a:spcBef>
                <a:spcPct val="0"/>
              </a:spcBef>
              <a:spcAft>
                <a:spcPts val="0"/>
              </a:spcAft>
              <a:buClr>
                <a:schemeClr val="tx2"/>
              </a:buClr>
              <a:buSzPct val="100000"/>
              <a:buFontTx/>
              <a:buNone/>
              <a:tabLst/>
              <a:defRPr sz="1200" baseline="0"/>
            </a:lvl1pPr>
          </a:lstStyle>
          <a:p>
            <a:pPr marL="0" marR="0" lvl="0" indent="0" algn="l" defTabSz="914400" rtl="0" eaLnBrk="1" fontAlgn="base" latinLnBrk="0" hangingPunct="1">
              <a:lnSpc>
                <a:spcPct val="100000"/>
              </a:lnSpc>
              <a:spcBef>
                <a:spcPct val="0"/>
              </a:spcBef>
              <a:spcAft>
                <a:spcPct val="50000"/>
              </a:spcAft>
              <a:buClr>
                <a:schemeClr val="tx2"/>
              </a:buClr>
              <a:buSzPct val="100000"/>
              <a:buFontTx/>
              <a:buNone/>
              <a:tabLst/>
              <a:defRPr/>
            </a:pPr>
            <a:r>
              <a:rPr lang="fr-FR" sz="1200" dirty="0" smtClean="0"/>
              <a:t>vous pouvez trouver d’autres images sur le site de la marque www.brand.orange.com</a:t>
            </a:r>
          </a:p>
        </p:txBody>
      </p:sp>
      <p:sp>
        <p:nvSpPr>
          <p:cNvPr id="9" name="Espace réservé du texte 7"/>
          <p:cNvSpPr>
            <a:spLocks noGrp="1"/>
          </p:cNvSpPr>
          <p:nvPr>
            <p:ph type="body" sz="quarter" idx="20" hasCustomPrompt="1"/>
          </p:nvPr>
        </p:nvSpPr>
        <p:spPr>
          <a:xfrm>
            <a:off x="4703143" y="3777530"/>
            <a:ext cx="1539776" cy="1150938"/>
          </a:xfrm>
        </p:spPr>
        <p:txBody>
          <a:bodyPr/>
          <a:lstStyle>
            <a:lvl1pPr marL="0" marR="0" indent="0" algn="l" defTabSz="914400" rtl="0" eaLnBrk="1" fontAlgn="base" latinLnBrk="0" hangingPunct="1">
              <a:lnSpc>
                <a:spcPct val="100000"/>
              </a:lnSpc>
              <a:spcBef>
                <a:spcPct val="0"/>
              </a:spcBef>
              <a:spcAft>
                <a:spcPts val="0"/>
              </a:spcAft>
              <a:buClr>
                <a:schemeClr val="tx2"/>
              </a:buClr>
              <a:buSzPct val="100000"/>
              <a:buFontTx/>
              <a:buNone/>
              <a:tabLst/>
              <a:defRPr sz="1200"/>
            </a:lvl1pPr>
          </a:lstStyle>
          <a:p>
            <a:pPr marL="0" marR="0" lvl="0" indent="0" algn="l" defTabSz="914400" rtl="0" eaLnBrk="1" fontAlgn="base" latinLnBrk="0" hangingPunct="1">
              <a:lnSpc>
                <a:spcPct val="100000"/>
              </a:lnSpc>
              <a:spcBef>
                <a:spcPct val="0"/>
              </a:spcBef>
              <a:spcAft>
                <a:spcPct val="50000"/>
              </a:spcAft>
              <a:buClr>
                <a:schemeClr val="tx2"/>
              </a:buClr>
              <a:buSzPct val="100000"/>
              <a:buFontTx/>
              <a:buNone/>
              <a:tabLst/>
              <a:defRPr/>
            </a:pPr>
            <a:r>
              <a:rPr lang="fr-FR" sz="1200" dirty="0" smtClean="0"/>
              <a:t>quand vous utilisez des images multiples, n’oubliez pas de laisser un minimum de 5 mm entre les visuels</a:t>
            </a:r>
          </a:p>
        </p:txBody>
      </p:sp>
      <p:sp>
        <p:nvSpPr>
          <p:cNvPr id="10" name="Espace réservé du texte 7"/>
          <p:cNvSpPr>
            <a:spLocks noGrp="1"/>
          </p:cNvSpPr>
          <p:nvPr>
            <p:ph type="body" sz="quarter" idx="21" hasCustomPrompt="1"/>
          </p:nvPr>
        </p:nvSpPr>
        <p:spPr>
          <a:xfrm>
            <a:off x="6530566" y="3776340"/>
            <a:ext cx="1539776" cy="1150938"/>
          </a:xfrm>
        </p:spPr>
        <p:txBody>
          <a:bodyPr/>
          <a:lstStyle>
            <a:lvl1pPr marL="0" marR="0" indent="0" algn="l" defTabSz="914400" rtl="0" eaLnBrk="1" fontAlgn="base" latinLnBrk="0" hangingPunct="1">
              <a:lnSpc>
                <a:spcPct val="100000"/>
              </a:lnSpc>
              <a:spcBef>
                <a:spcPct val="0"/>
              </a:spcBef>
              <a:spcAft>
                <a:spcPct val="50000"/>
              </a:spcAft>
              <a:buClr>
                <a:schemeClr val="tx2"/>
              </a:buClr>
              <a:buSzPct val="100000"/>
              <a:buFontTx/>
              <a:buNone/>
              <a:tabLst/>
              <a:defRPr sz="1200"/>
            </a:lvl1pPr>
          </a:lstStyle>
          <a:p>
            <a:pPr marL="0" marR="0" lvl="0" indent="0" algn="l" defTabSz="914400" rtl="0" eaLnBrk="1" fontAlgn="base" latinLnBrk="0" hangingPunct="1">
              <a:lnSpc>
                <a:spcPct val="100000"/>
              </a:lnSpc>
              <a:spcBef>
                <a:spcPct val="0"/>
              </a:spcBef>
              <a:spcAft>
                <a:spcPct val="50000"/>
              </a:spcAft>
              <a:buClr>
                <a:schemeClr val="tx2"/>
              </a:buClr>
              <a:buSzPct val="100000"/>
              <a:buFontTx/>
              <a:buNone/>
              <a:tabLst/>
              <a:defRPr/>
            </a:pPr>
            <a:r>
              <a:rPr lang="fr-FR" sz="1200" dirty="0" smtClean="0"/>
              <a:t>vous pouvez trouver d’autres images sur le site de la marque www.brand.orange.com</a:t>
            </a:r>
          </a:p>
        </p:txBody>
      </p:sp>
      <p:sp>
        <p:nvSpPr>
          <p:cNvPr id="11" name="Rectangle 762"/>
          <p:cNvSpPr>
            <a:spLocks noChangeArrowheads="1"/>
          </p:cNvSpPr>
          <p:nvPr userDrawn="1"/>
        </p:nvSpPr>
        <p:spPr bwMode="auto">
          <a:xfrm>
            <a:off x="1005508" y="6408738"/>
            <a:ext cx="2795588"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r>
              <a:rPr lang="en-GB" sz="1000" dirty="0" smtClean="0">
                <a:solidFill>
                  <a:schemeClr val="bg1">
                    <a:lumMod val="50000"/>
                  </a:schemeClr>
                </a:solidFill>
                <a:latin typeface="Helvetica 55 Roman" pitchFamily="34" charset="0"/>
              </a:rPr>
              <a:t>interne</a:t>
            </a:r>
            <a:r>
              <a:rPr lang="en-US" sz="1000" dirty="0" smtClean="0">
                <a:solidFill>
                  <a:schemeClr val="bg1">
                    <a:lumMod val="50000"/>
                  </a:schemeClr>
                </a:solidFill>
                <a:latin typeface="Helvetica 55 Roman" pitchFamily="34" charset="0"/>
              </a:rPr>
              <a:t> </a:t>
            </a:r>
            <a:r>
              <a:rPr lang="en-US" sz="1000" dirty="0">
                <a:solidFill>
                  <a:schemeClr val="bg1">
                    <a:lumMod val="50000"/>
                  </a:schemeClr>
                </a:solidFill>
                <a:latin typeface="Helvetica 55 Roman" pitchFamily="34" charset="0"/>
              </a:rPr>
              <a:t>Orange</a:t>
            </a:r>
          </a:p>
        </p:txBody>
      </p:sp>
      <p:sp>
        <p:nvSpPr>
          <p:cNvPr id="12" name="Rectangle 762"/>
          <p:cNvSpPr>
            <a:spLocks noChangeArrowheads="1"/>
          </p:cNvSpPr>
          <p:nvPr userDrawn="1"/>
        </p:nvSpPr>
        <p:spPr bwMode="auto">
          <a:xfrm>
            <a:off x="395536" y="6408738"/>
            <a:ext cx="504056"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fld id="{EFE14BF7-218F-4596-8202-541E14B3C423}" type="slidenum">
              <a:rPr lang="en-US" sz="1000" smtClean="0">
                <a:solidFill>
                  <a:schemeClr val="bg1">
                    <a:lumMod val="50000"/>
                  </a:schemeClr>
                </a:solidFill>
                <a:latin typeface="Helvetica 55 Roman" pitchFamily="34" charset="0"/>
              </a:rPr>
              <a:t>‹N°›</a:t>
            </a:fld>
            <a:endParaRPr lang="en-US" sz="1000" dirty="0">
              <a:solidFill>
                <a:schemeClr val="bg1">
                  <a:lumMod val="50000"/>
                </a:schemeClr>
              </a:solidFill>
              <a:latin typeface="Helvetica 55 Roman" pitchFamily="34" charset="0"/>
            </a:endParaRPr>
          </a:p>
        </p:txBody>
      </p:sp>
    </p:spTree>
    <p:extLst>
      <p:ext uri="{BB962C8B-B14F-4D97-AF65-F5344CB8AC3E}">
        <p14:creationId xmlns:p14="http://schemas.microsoft.com/office/powerpoint/2010/main" val="2639213735"/>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ransition fond noir">
    <p:bg>
      <p:bgPr>
        <a:solidFill>
          <a:schemeClr val="tx1"/>
        </a:solidFill>
        <a:effectLst/>
      </p:bgPr>
    </p:bg>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1019937" y="2996952"/>
            <a:ext cx="7084800" cy="982800"/>
          </a:xfrm>
        </p:spPr>
        <p:txBody>
          <a:bodyPr/>
          <a:lstStyle>
            <a:lvl1pPr algn="l">
              <a:defRPr sz="5200">
                <a:latin typeface="Helvetica 35 Thin" pitchFamily="34" charset="0"/>
              </a:defRPr>
            </a:lvl1pPr>
          </a:lstStyle>
          <a:p>
            <a:pPr lvl="0"/>
            <a:r>
              <a:rPr lang="fr-FR" dirty="0" smtClean="0"/>
              <a:t>page de transition</a:t>
            </a:r>
            <a:endParaRPr lang="fr-FR" dirty="0"/>
          </a:p>
        </p:txBody>
      </p:sp>
      <p:sp>
        <p:nvSpPr>
          <p:cNvPr id="3" name="Rectangle 762"/>
          <p:cNvSpPr>
            <a:spLocks noChangeArrowheads="1"/>
          </p:cNvSpPr>
          <p:nvPr userDrawn="1"/>
        </p:nvSpPr>
        <p:spPr bwMode="auto">
          <a:xfrm>
            <a:off x="395536" y="6408738"/>
            <a:ext cx="504056"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fld id="{EFE14BF7-218F-4596-8202-541E14B3C423}" type="slidenum">
              <a:rPr lang="en-US" sz="1000" smtClean="0">
                <a:solidFill>
                  <a:schemeClr val="tx1"/>
                </a:solidFill>
                <a:latin typeface="Helvetica 55 Roman" pitchFamily="34" charset="0"/>
              </a:rPr>
              <a:t>‹N°›</a:t>
            </a:fld>
            <a:endParaRPr lang="en-US" sz="1000" dirty="0">
              <a:solidFill>
                <a:schemeClr val="tx1"/>
              </a:solidFill>
              <a:latin typeface="Helvetica 55 Roman" pitchFamily="34" charset="0"/>
            </a:endParaRPr>
          </a:p>
        </p:txBody>
      </p:sp>
    </p:spTree>
    <p:extLst>
      <p:ext uri="{BB962C8B-B14F-4D97-AF65-F5344CB8AC3E}">
        <p14:creationId xmlns:p14="http://schemas.microsoft.com/office/powerpoint/2010/main" val="2307395909"/>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mage pleine page">
    <p:spTree>
      <p:nvGrpSpPr>
        <p:cNvPr id="1" name=""/>
        <p:cNvGrpSpPr/>
        <p:nvPr/>
      </p:nvGrpSpPr>
      <p:grpSpPr>
        <a:xfrm>
          <a:off x="0" y="0"/>
          <a:ext cx="0" cy="0"/>
          <a:chOff x="0" y="0"/>
          <a:chExt cx="0" cy="0"/>
        </a:xfrm>
      </p:grpSpPr>
      <p:sp>
        <p:nvSpPr>
          <p:cNvPr id="4" name="Espace réservé du texte 3"/>
          <p:cNvSpPr>
            <a:spLocks noGrp="1"/>
          </p:cNvSpPr>
          <p:nvPr>
            <p:ph type="body" sz="quarter" idx="11" hasCustomPrompt="1"/>
          </p:nvPr>
        </p:nvSpPr>
        <p:spPr>
          <a:xfrm>
            <a:off x="1051762" y="4365104"/>
            <a:ext cx="7085013" cy="1727200"/>
          </a:xfrm>
        </p:spPr>
        <p:txBody>
          <a:bodyPr/>
          <a:lstStyle>
            <a:lvl1pPr marL="0" indent="0">
              <a:spcAft>
                <a:spcPts val="0"/>
              </a:spcAft>
              <a:buNone/>
              <a:defRPr sz="5200" baseline="0">
                <a:solidFill>
                  <a:schemeClr val="tx2"/>
                </a:solidFill>
                <a:latin typeface="Helvetica 35 Thin" pitchFamily="34" charset="0"/>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fr-FR" dirty="0" smtClean="0"/>
              <a:t>image pleine page</a:t>
            </a:r>
            <a:endParaRPr lang="fr-FR" dirty="0"/>
          </a:p>
        </p:txBody>
      </p:sp>
      <p:sp>
        <p:nvSpPr>
          <p:cNvPr id="5" name="Rectangle 762"/>
          <p:cNvSpPr>
            <a:spLocks noChangeArrowheads="1"/>
          </p:cNvSpPr>
          <p:nvPr userDrawn="1"/>
        </p:nvSpPr>
        <p:spPr bwMode="auto">
          <a:xfrm>
            <a:off x="395536" y="6408738"/>
            <a:ext cx="504056"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fld id="{EFE14BF7-218F-4596-8202-541E14B3C423}" type="slidenum">
              <a:rPr lang="en-US" sz="1000" smtClean="0">
                <a:solidFill>
                  <a:schemeClr val="bg1">
                    <a:lumMod val="50000"/>
                  </a:schemeClr>
                </a:solidFill>
                <a:latin typeface="Helvetica 55 Roman" pitchFamily="34" charset="0"/>
              </a:rPr>
              <a:t>‹N°›</a:t>
            </a:fld>
            <a:endParaRPr lang="en-US" sz="1000" dirty="0">
              <a:solidFill>
                <a:schemeClr val="bg1">
                  <a:lumMod val="50000"/>
                </a:schemeClr>
              </a:solidFill>
              <a:latin typeface="Helvetica 55 Roman" pitchFamily="34" charset="0"/>
            </a:endParaRPr>
          </a:p>
        </p:txBody>
      </p:sp>
      <p:sp>
        <p:nvSpPr>
          <p:cNvPr id="3" name="Espace réservé pour une image  2"/>
          <p:cNvSpPr>
            <a:spLocks noGrp="1"/>
          </p:cNvSpPr>
          <p:nvPr>
            <p:ph type="pic" sz="quarter" idx="12" hasCustomPrompt="1"/>
          </p:nvPr>
        </p:nvSpPr>
        <p:spPr>
          <a:xfrm>
            <a:off x="0" y="0"/>
            <a:ext cx="9144000" cy="6858000"/>
          </a:xfrm>
        </p:spPr>
        <p:txBody>
          <a:bodyPr/>
          <a:lstStyle>
            <a:lvl1pPr marL="0" indent="0">
              <a:buNone/>
              <a:defRPr baseline="0"/>
            </a:lvl1pPr>
          </a:lstStyle>
          <a:p>
            <a:r>
              <a:rPr lang="fr-FR" dirty="0" smtClean="0"/>
              <a:t>cliquez sur l’icône pour insérer une image pleine page</a:t>
            </a:r>
            <a:endParaRPr lang="fr-FR" dirty="0"/>
          </a:p>
        </p:txBody>
      </p:sp>
    </p:spTree>
    <p:extLst>
      <p:ext uri="{BB962C8B-B14F-4D97-AF65-F5344CB8AC3E}">
        <p14:creationId xmlns:p14="http://schemas.microsoft.com/office/powerpoint/2010/main" val="208759439"/>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agramme">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1015200" y="404813"/>
            <a:ext cx="7084800" cy="982800"/>
          </a:xfrm>
        </p:spPr>
        <p:txBody>
          <a:bodyPr/>
          <a:lstStyle>
            <a:lvl1pPr algn="l">
              <a:defRPr/>
            </a:lvl1pPr>
          </a:lstStyle>
          <a:p>
            <a:r>
              <a:rPr lang="fr-FR" dirty="0" smtClean="0"/>
              <a:t>diapositive avec diagramme</a:t>
            </a:r>
            <a:endParaRPr lang="fr-FR" dirty="0"/>
          </a:p>
        </p:txBody>
      </p:sp>
      <p:sp>
        <p:nvSpPr>
          <p:cNvPr id="3" name="Espace réservé du graphique 5"/>
          <p:cNvSpPr>
            <a:spLocks noGrp="1"/>
          </p:cNvSpPr>
          <p:nvPr>
            <p:ph type="chart" sz="quarter" idx="11" hasCustomPrompt="1"/>
          </p:nvPr>
        </p:nvSpPr>
        <p:spPr>
          <a:xfrm>
            <a:off x="1043892" y="1773238"/>
            <a:ext cx="3312208" cy="3384550"/>
          </a:xfrm>
        </p:spPr>
        <p:txBody>
          <a:bodyPr/>
          <a:lstStyle>
            <a:lvl1pPr>
              <a:defRPr/>
            </a:lvl1pPr>
          </a:lstStyle>
          <a:p>
            <a:r>
              <a:rPr lang="fr-FR" dirty="0" smtClean="0"/>
              <a:t>cliquez sur l’icône pour insérer un graphique</a:t>
            </a:r>
            <a:endParaRPr lang="fr-FR" dirty="0"/>
          </a:p>
        </p:txBody>
      </p:sp>
      <p:sp>
        <p:nvSpPr>
          <p:cNvPr id="4" name="Espace réservé du texte 7"/>
          <p:cNvSpPr>
            <a:spLocks noGrp="1"/>
          </p:cNvSpPr>
          <p:nvPr>
            <p:ph type="body" sz="quarter" idx="12" hasCustomPrompt="1"/>
          </p:nvPr>
        </p:nvSpPr>
        <p:spPr>
          <a:xfrm>
            <a:off x="4792042" y="1773238"/>
            <a:ext cx="3308350" cy="3384550"/>
          </a:xfrm>
        </p:spPr>
        <p:txBody>
          <a:bodyPr/>
          <a:lstStyle>
            <a:lvl1pPr marL="193675" marR="0" indent="-193675" algn="l" defTabSz="914400" rtl="0" eaLnBrk="1" fontAlgn="base" latinLnBrk="0" hangingPunct="1">
              <a:lnSpc>
                <a:spcPct val="100000"/>
              </a:lnSpc>
              <a:spcBef>
                <a:spcPct val="0"/>
              </a:spcBef>
              <a:spcAft>
                <a:spcPts val="0"/>
              </a:spcAft>
              <a:buClr>
                <a:srgbClr val="FF6600"/>
              </a:buClr>
              <a:buSzPct val="100000"/>
              <a:buFont typeface="Wingdings" pitchFamily="2" charset="2"/>
              <a:buChar char="§"/>
              <a:tabLst/>
              <a:defRPr sz="1600"/>
            </a:lvl1pPr>
          </a:lstStyle>
          <a:p>
            <a:pPr lvl="0"/>
            <a:r>
              <a:rPr lang="fr-FR" dirty="0" smtClean="0"/>
              <a:t>notes et remarques</a:t>
            </a:r>
          </a:p>
          <a:p>
            <a:pPr lvl="0"/>
            <a:endParaRPr lang="fr-FR" dirty="0"/>
          </a:p>
        </p:txBody>
      </p:sp>
      <p:sp>
        <p:nvSpPr>
          <p:cNvPr id="5" name="Rectangle 762"/>
          <p:cNvSpPr>
            <a:spLocks noChangeArrowheads="1"/>
          </p:cNvSpPr>
          <p:nvPr userDrawn="1"/>
        </p:nvSpPr>
        <p:spPr bwMode="auto">
          <a:xfrm>
            <a:off x="1005508" y="6408738"/>
            <a:ext cx="2795588"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r>
              <a:rPr lang="en-GB" sz="1000" dirty="0" smtClean="0">
                <a:solidFill>
                  <a:schemeClr val="bg1">
                    <a:lumMod val="50000"/>
                  </a:schemeClr>
                </a:solidFill>
                <a:latin typeface="Helvetica 55 Roman" pitchFamily="34" charset="0"/>
              </a:rPr>
              <a:t>interne</a:t>
            </a:r>
            <a:r>
              <a:rPr lang="en-US" sz="1000" dirty="0" smtClean="0">
                <a:solidFill>
                  <a:schemeClr val="bg1">
                    <a:lumMod val="50000"/>
                  </a:schemeClr>
                </a:solidFill>
                <a:latin typeface="Helvetica 55 Roman" pitchFamily="34" charset="0"/>
              </a:rPr>
              <a:t> </a:t>
            </a:r>
            <a:r>
              <a:rPr lang="en-US" sz="1000" dirty="0">
                <a:solidFill>
                  <a:schemeClr val="bg1">
                    <a:lumMod val="50000"/>
                  </a:schemeClr>
                </a:solidFill>
                <a:latin typeface="Helvetica 55 Roman" pitchFamily="34" charset="0"/>
              </a:rPr>
              <a:t>Orange</a:t>
            </a:r>
          </a:p>
        </p:txBody>
      </p:sp>
      <p:sp>
        <p:nvSpPr>
          <p:cNvPr id="6" name="Rectangle 762"/>
          <p:cNvSpPr>
            <a:spLocks noChangeArrowheads="1"/>
          </p:cNvSpPr>
          <p:nvPr userDrawn="1"/>
        </p:nvSpPr>
        <p:spPr bwMode="auto">
          <a:xfrm>
            <a:off x="395536" y="6408738"/>
            <a:ext cx="504056"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fld id="{EFE14BF7-218F-4596-8202-541E14B3C423}" type="slidenum">
              <a:rPr lang="en-US" sz="1000" smtClean="0">
                <a:solidFill>
                  <a:schemeClr val="bg1">
                    <a:lumMod val="50000"/>
                  </a:schemeClr>
                </a:solidFill>
                <a:latin typeface="Helvetica 55 Roman" pitchFamily="34" charset="0"/>
              </a:rPr>
              <a:t>‹N°›</a:t>
            </a:fld>
            <a:endParaRPr lang="en-US" sz="1000" dirty="0">
              <a:solidFill>
                <a:schemeClr val="bg1">
                  <a:lumMod val="50000"/>
                </a:schemeClr>
              </a:solidFill>
              <a:latin typeface="Helvetica 55 Roman" pitchFamily="34" charset="0"/>
            </a:endParaRPr>
          </a:p>
        </p:txBody>
      </p:sp>
    </p:spTree>
    <p:extLst>
      <p:ext uri="{BB962C8B-B14F-4D97-AF65-F5344CB8AC3E}">
        <p14:creationId xmlns:p14="http://schemas.microsoft.com/office/powerpoint/2010/main" val="2753926118"/>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ésumé">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1015200" y="404813"/>
            <a:ext cx="7058025" cy="982800"/>
          </a:xfrm>
        </p:spPr>
        <p:txBody>
          <a:bodyPr/>
          <a:lstStyle>
            <a:lvl1pPr algn="l">
              <a:defRPr/>
            </a:lvl1pPr>
          </a:lstStyle>
          <a:p>
            <a:r>
              <a:rPr lang="fr-FR" dirty="0" smtClean="0"/>
              <a:t>résumé</a:t>
            </a:r>
            <a:endParaRPr lang="fr-FR" dirty="0"/>
          </a:p>
        </p:txBody>
      </p:sp>
      <p:sp>
        <p:nvSpPr>
          <p:cNvPr id="3" name="Espace réservé du texte 7"/>
          <p:cNvSpPr>
            <a:spLocks noGrp="1"/>
          </p:cNvSpPr>
          <p:nvPr>
            <p:ph type="body" sz="quarter" idx="12" hasCustomPrompt="1"/>
          </p:nvPr>
        </p:nvSpPr>
        <p:spPr>
          <a:xfrm>
            <a:off x="1030975" y="1773238"/>
            <a:ext cx="7070038" cy="3384550"/>
          </a:xfrm>
        </p:spPr>
        <p:txBody>
          <a:bodyPr/>
          <a:lstStyle>
            <a:lvl1pPr marL="193675" marR="0" indent="-193675" algn="l" defTabSz="914400" rtl="0" eaLnBrk="1" fontAlgn="base" latinLnBrk="0" hangingPunct="1">
              <a:lnSpc>
                <a:spcPct val="100000"/>
              </a:lnSpc>
              <a:spcBef>
                <a:spcPct val="0"/>
              </a:spcBef>
              <a:spcAft>
                <a:spcPct val="50000"/>
              </a:spcAft>
              <a:buClr>
                <a:srgbClr val="FF6600"/>
              </a:buClr>
              <a:buSzPct val="100000"/>
              <a:buFont typeface="Wingdings" pitchFamily="2" charset="2"/>
              <a:buChar char="§"/>
              <a:tabLst/>
              <a:defRPr sz="1800"/>
            </a:lvl1pPr>
          </a:lstStyle>
          <a:p>
            <a:pPr lvl="0"/>
            <a:r>
              <a:rPr lang="fr-FR" dirty="0" smtClean="0"/>
              <a:t>points clés de votre présentation</a:t>
            </a:r>
          </a:p>
          <a:p>
            <a:pPr lvl="0"/>
            <a:endParaRPr lang="fr-FR" dirty="0"/>
          </a:p>
        </p:txBody>
      </p:sp>
      <p:sp>
        <p:nvSpPr>
          <p:cNvPr id="4" name="Rectangle 762"/>
          <p:cNvSpPr>
            <a:spLocks noChangeArrowheads="1"/>
          </p:cNvSpPr>
          <p:nvPr userDrawn="1"/>
        </p:nvSpPr>
        <p:spPr bwMode="auto">
          <a:xfrm>
            <a:off x="1005508" y="6408738"/>
            <a:ext cx="2795588"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r>
              <a:rPr lang="en-GB" sz="1000" dirty="0" smtClean="0">
                <a:solidFill>
                  <a:schemeClr val="bg1">
                    <a:lumMod val="50000"/>
                  </a:schemeClr>
                </a:solidFill>
                <a:latin typeface="Helvetica 55 Roman" pitchFamily="34" charset="0"/>
              </a:rPr>
              <a:t>interne</a:t>
            </a:r>
            <a:r>
              <a:rPr lang="en-US" sz="1000" dirty="0" smtClean="0">
                <a:solidFill>
                  <a:schemeClr val="bg1">
                    <a:lumMod val="50000"/>
                  </a:schemeClr>
                </a:solidFill>
                <a:latin typeface="Helvetica 55 Roman" pitchFamily="34" charset="0"/>
              </a:rPr>
              <a:t> </a:t>
            </a:r>
            <a:r>
              <a:rPr lang="en-US" sz="1000" dirty="0">
                <a:solidFill>
                  <a:schemeClr val="bg1">
                    <a:lumMod val="50000"/>
                  </a:schemeClr>
                </a:solidFill>
                <a:latin typeface="Helvetica 55 Roman" pitchFamily="34" charset="0"/>
              </a:rPr>
              <a:t>Orange</a:t>
            </a:r>
          </a:p>
        </p:txBody>
      </p:sp>
      <p:sp>
        <p:nvSpPr>
          <p:cNvPr id="5" name="Rectangle 762"/>
          <p:cNvSpPr>
            <a:spLocks noChangeArrowheads="1"/>
          </p:cNvSpPr>
          <p:nvPr userDrawn="1"/>
        </p:nvSpPr>
        <p:spPr bwMode="auto">
          <a:xfrm>
            <a:off x="395536" y="6408738"/>
            <a:ext cx="504056"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lstStyle/>
          <a:p>
            <a:fld id="{EFE14BF7-218F-4596-8202-541E14B3C423}" type="slidenum">
              <a:rPr lang="en-US" sz="1000" smtClean="0">
                <a:solidFill>
                  <a:schemeClr val="bg1">
                    <a:lumMod val="50000"/>
                  </a:schemeClr>
                </a:solidFill>
                <a:latin typeface="Helvetica 55 Roman" pitchFamily="34" charset="0"/>
              </a:rPr>
              <a:t>‹N°›</a:t>
            </a:fld>
            <a:endParaRPr lang="en-US" sz="1000" dirty="0">
              <a:solidFill>
                <a:schemeClr val="bg1">
                  <a:lumMod val="50000"/>
                </a:schemeClr>
              </a:solidFill>
              <a:latin typeface="Helvetica 55 Roman" pitchFamily="34" charset="0"/>
            </a:endParaRPr>
          </a:p>
        </p:txBody>
      </p:sp>
    </p:spTree>
    <p:extLst>
      <p:ext uri="{BB962C8B-B14F-4D97-AF65-F5344CB8AC3E}">
        <p14:creationId xmlns:p14="http://schemas.microsoft.com/office/powerpoint/2010/main" val="49978958"/>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merci">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1049128" y="2565400"/>
            <a:ext cx="7051885" cy="982800"/>
          </a:xfrm>
        </p:spPr>
        <p:txBody>
          <a:bodyPr/>
          <a:lstStyle>
            <a:lvl1pPr algn="l">
              <a:defRPr sz="6600">
                <a:latin typeface="Helvetica 35 Thin" pitchFamily="34" charset="0"/>
              </a:defRPr>
            </a:lvl1pPr>
          </a:lstStyle>
          <a:p>
            <a:r>
              <a:rPr lang="fr-FR" dirty="0" smtClean="0"/>
              <a:t>vos remerciements</a:t>
            </a:r>
            <a:endParaRPr lang="fr-FR" dirty="0"/>
          </a:p>
        </p:txBody>
      </p:sp>
      <p:pic>
        <p:nvPicPr>
          <p:cNvPr id="3" name="Picture 28" descr="RGB_logo"/>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101013" y="5876925"/>
            <a:ext cx="719137" cy="719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0857465"/>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pied de page 4"/>
          <p:cNvSpPr>
            <a:spLocks noGrp="1"/>
          </p:cNvSpPr>
          <p:nvPr>
            <p:ph type="ftr" sz="quarter" idx="11"/>
          </p:nvPr>
        </p:nvSpPr>
        <p:spPr>
          <a:xfrm>
            <a:off x="3124200" y="6356350"/>
            <a:ext cx="2895600" cy="365125"/>
          </a:xfrm>
          <a:prstGeom prst="rect">
            <a:avLst/>
          </a:prstGeom>
        </p:spPr>
        <p:txBody>
          <a:bodyPr/>
          <a:lstStyle/>
          <a:p>
            <a:fld id="{D89F9189-DD1B-41DB-8862-9898C02ECA21}" type="slidenum">
              <a:rPr lang="fr-FR" smtClean="0"/>
              <a:pPr/>
              <a:t>‹N°›</a:t>
            </a:fld>
            <a:endParaRPr lang="fr-FR" dirty="0" smtClean="0"/>
          </a:p>
        </p:txBody>
      </p:sp>
    </p:spTree>
    <p:extLst>
      <p:ext uri="{BB962C8B-B14F-4D97-AF65-F5344CB8AC3E}">
        <p14:creationId xmlns:p14="http://schemas.microsoft.com/office/powerpoint/2010/main" val="52103695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1015200" y="404813"/>
            <a:ext cx="705802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5F1A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lgn="l" fontAlgn="base">
              <a:spcAft>
                <a:spcPct val="0"/>
              </a:spcAft>
            </a:pPr>
            <a:r>
              <a:rPr lang="en-GB" dirty="0" err="1" smtClean="0"/>
              <a:t>cliquez</a:t>
            </a:r>
            <a:r>
              <a:rPr lang="en-GB" dirty="0" smtClean="0"/>
              <a:t> </a:t>
            </a:r>
            <a:r>
              <a:rPr lang="en-GB" dirty="0" err="1" smtClean="0"/>
              <a:t>ici</a:t>
            </a:r>
            <a:r>
              <a:rPr lang="en-GB" dirty="0" smtClean="0"/>
              <a:t> pour </a:t>
            </a:r>
            <a:r>
              <a:rPr lang="en-GB" dirty="0" err="1" smtClean="0"/>
              <a:t>saisir</a:t>
            </a:r>
            <a:r>
              <a:rPr lang="en-GB" dirty="0" smtClean="0"/>
              <a:t> le titre principal</a:t>
            </a:r>
            <a:endParaRPr lang="fr-FR" dirty="0"/>
          </a:p>
        </p:txBody>
      </p:sp>
      <p:sp>
        <p:nvSpPr>
          <p:cNvPr id="3" name="Espace réservé du texte 2"/>
          <p:cNvSpPr>
            <a:spLocks noGrp="1"/>
          </p:cNvSpPr>
          <p:nvPr>
            <p:ph type="body" idx="1"/>
          </p:nvPr>
        </p:nvSpPr>
        <p:spPr>
          <a:xfrm>
            <a:off x="1042988" y="1600200"/>
            <a:ext cx="7058025" cy="4525963"/>
          </a:xfrm>
          <a:prstGeom prst="rect">
            <a:avLst/>
          </a:prstGeom>
        </p:spPr>
        <p:txBody>
          <a:bodyPr vert="horz" lIns="0" tIns="0" rIns="0" bIns="0" rtlCol="0">
            <a:normAutofit/>
          </a:bodyPr>
          <a:lstStyle/>
          <a:p>
            <a:pPr marL="193675" lvl="0" indent="-193675" algn="l" rtl="0" eaLnBrk="1" fontAlgn="base" hangingPunct="1">
              <a:spcBef>
                <a:spcPct val="0"/>
              </a:spcBef>
              <a:spcAft>
                <a:spcPct val="50000"/>
              </a:spcAft>
              <a:buClr>
                <a:schemeClr val="tx2"/>
              </a:buClr>
              <a:buSzPct val="100000"/>
              <a:buFont typeface="Wingdings" pitchFamily="2" charset="2"/>
              <a:buChar char="§"/>
            </a:pPr>
            <a:r>
              <a:rPr lang="fr-FR" dirty="0" smtClean="0"/>
              <a:t>modifiez les styles du texte du masque</a:t>
            </a:r>
          </a:p>
          <a:p>
            <a:pPr lvl="1"/>
            <a:r>
              <a:rPr lang="fr-FR" dirty="0" smtClean="0"/>
              <a:t>deuxième niveau</a:t>
            </a:r>
          </a:p>
          <a:p>
            <a:pPr marL="1187450" lvl="2" indent="-228600" algn="l" rtl="0" eaLnBrk="1" fontAlgn="base" hangingPunct="1">
              <a:spcBef>
                <a:spcPct val="0"/>
              </a:spcBef>
              <a:spcAft>
                <a:spcPct val="25000"/>
              </a:spcAft>
              <a:buClr>
                <a:schemeClr val="tx1"/>
              </a:buClr>
              <a:buFont typeface="Helvetica 45 Light" pitchFamily="34" charset="0"/>
              <a:buChar char="–"/>
            </a:pPr>
            <a:r>
              <a:rPr lang="fr-FR" dirty="0" smtClean="0"/>
              <a:t>troisième niveau</a:t>
            </a:r>
          </a:p>
          <a:p>
            <a:pPr marL="1606550" lvl="3" indent="-228600" algn="l" rtl="0" eaLnBrk="1" fontAlgn="base" hangingPunct="1">
              <a:spcBef>
                <a:spcPct val="0"/>
              </a:spcBef>
              <a:spcAft>
                <a:spcPct val="25000"/>
              </a:spcAft>
              <a:buClr>
                <a:schemeClr val="tx1"/>
              </a:buClr>
              <a:buFont typeface="Helvetica 45 Light" pitchFamily="34" charset="0"/>
              <a:buChar char="–"/>
            </a:pPr>
            <a:r>
              <a:rPr lang="fr-FR" dirty="0" smtClean="0"/>
              <a:t>quatrième niveau</a:t>
            </a:r>
          </a:p>
          <a:p>
            <a:pPr marL="2057400" lvl="4" indent="-228600" algn="l" rtl="0" eaLnBrk="1" fontAlgn="base" hangingPunct="1">
              <a:spcBef>
                <a:spcPct val="0"/>
              </a:spcBef>
              <a:spcAft>
                <a:spcPct val="25000"/>
              </a:spcAft>
              <a:buClr>
                <a:schemeClr val="tx1"/>
              </a:buClr>
              <a:buFont typeface="Helvetica 45 Light" pitchFamily="34" charset="0"/>
              <a:buChar char="–"/>
            </a:pPr>
            <a:r>
              <a:rPr lang="fr-FR" dirty="0" smtClean="0"/>
              <a:t>cinquième niveau</a:t>
            </a:r>
            <a:endParaRPr lang="fr-FR" dirty="0"/>
          </a:p>
        </p:txBody>
      </p:sp>
    </p:spTree>
    <p:extLst>
      <p:ext uri="{BB962C8B-B14F-4D97-AF65-F5344CB8AC3E}">
        <p14:creationId xmlns:p14="http://schemas.microsoft.com/office/powerpoint/2010/main" val="2060529543"/>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1" r:id="rId12"/>
    <p:sldLayoutId id="2147483672" r:id="rId13"/>
    <p:sldLayoutId id="2147483670" r:id="rId14"/>
    <p:sldLayoutId id="2147483673" r:id="rId15"/>
    <p:sldLayoutId id="2147483675" r:id="rId16"/>
    <p:sldLayoutId id="2147483674" r:id="rId17"/>
    <p:sldLayoutId id="2147483676" r:id="rId18"/>
    <p:sldLayoutId id="2147483677" r:id="rId19"/>
    <p:sldLayoutId id="2147483678" r:id="rId20"/>
    <p:sldLayoutId id="2147483679" r:id="rId21"/>
  </p:sldLayoutIdLst>
  <p:timing>
    <p:tnLst>
      <p:par>
        <p:cTn id="1" dur="indefinite" restart="never" nodeType="tmRoot"/>
      </p:par>
    </p:tnLst>
  </p:timing>
  <p:txStyles>
    <p:titleStyle>
      <a:lvl1pPr algn="ctr" defTabSz="914400" rtl="0" eaLnBrk="1" latinLnBrk="0" hangingPunct="1">
        <a:spcBef>
          <a:spcPct val="0"/>
        </a:spcBef>
        <a:buNone/>
        <a:defRPr lang="fr-FR" sz="2400" kern="1200">
          <a:solidFill>
            <a:srgbClr val="FF6600"/>
          </a:solidFill>
          <a:latin typeface="Helvetica 65 Medium" pitchFamily="34" charset="0"/>
          <a:ea typeface="+mj-ea"/>
          <a:cs typeface="+mj-cs"/>
        </a:defRPr>
      </a:lvl1pPr>
    </p:titleStyle>
    <p:bodyStyle>
      <a:lvl1pPr marL="194400" indent="-194400" algn="l" defTabSz="914400" rtl="0" eaLnBrk="1" fontAlgn="base" latinLnBrk="0" hangingPunct="1">
        <a:spcBef>
          <a:spcPct val="0"/>
        </a:spcBef>
        <a:spcAft>
          <a:spcPts val="60"/>
        </a:spcAft>
        <a:buClr>
          <a:srgbClr val="FF6600"/>
        </a:buClr>
        <a:buFont typeface="Wingdings" pitchFamily="2" charset="2"/>
        <a:buChar char="§"/>
        <a:defRPr lang="fr-FR" sz="1800" kern="1200" dirty="0" smtClean="0">
          <a:solidFill>
            <a:schemeClr val="tx1"/>
          </a:solidFill>
          <a:latin typeface="Helvetica 55 Roman" pitchFamily="34" charset="0"/>
          <a:ea typeface="+mn-ea"/>
          <a:cs typeface="+mn-cs"/>
        </a:defRPr>
      </a:lvl1pPr>
      <a:lvl2pPr marL="74295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2pPr>
      <a:lvl3pPr marL="12446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3pPr>
      <a:lvl4pPr marL="16637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4pPr>
      <a:lvl5pPr marL="2057400" indent="-228600" algn="l" defTabSz="914400" rtl="0" eaLnBrk="1" fontAlgn="base" latinLnBrk="0" hangingPunct="1">
        <a:spcBef>
          <a:spcPct val="0"/>
        </a:spcBef>
        <a:buFont typeface="Helvetica 45 Light" pitchFamily="34" charset="0"/>
        <a:buChar char="–"/>
        <a:defRPr lang="fr-FR" sz="1600" kern="1200" dirty="0">
          <a:solidFill>
            <a:schemeClr val="tx1"/>
          </a:solidFill>
          <a:latin typeface="Helvetica 55 Roman"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openxmlformats.org/officeDocument/2006/relationships/hyperlink" Target="https://artifactory-iva.si.francetelecom.fr/artifactory/libs-release-local/com/orange/jenkins/plugins/26D/1.0.4/26D-1.0.4.hpi" TargetMode="External"/><Relationship Id="rId2" Type="http://schemas.openxmlformats.org/officeDocument/2006/relationships/slideLayout" Target="../slideLayouts/slideLayout21.xml"/><Relationship Id="rId1" Type="http://schemas.openxmlformats.org/officeDocument/2006/relationships/vmlDrawing" Target="../drawings/vmlDrawing1.vml"/><Relationship Id="rId6" Type="http://schemas.openxmlformats.org/officeDocument/2006/relationships/image" Target="../media/image4.wmf"/><Relationship Id="rId5" Type="http://schemas.openxmlformats.org/officeDocument/2006/relationships/package" Target="../embeddings/Microsoft_Word_Document1.docx"/><Relationship Id="rId4" Type="http://schemas.openxmlformats.org/officeDocument/2006/relationships/hyperlink" Target="https://artifactory-iva.si.francetelecom.fr/artifactory/libs-release-local/com/orange/jenkins/plugins/26D/2.0.0/26D-2.0.0.hpi"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mo-ql-shp.itn.ftgroup/soutien/Pages/default.aspx" TargetMode="Externa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hyperlink" Target="http://referentieldelivraison-wsdevops.itn.ftgroup/api" TargetMode="External"/><Relationship Id="rId2" Type="http://schemas.openxmlformats.org/officeDocument/2006/relationships/hyperlink" Target="http://referentieldelivraison-wsdevops.si.francetelecom.fr/api" TargetMode="Externa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2808260" y="2271172"/>
            <a:ext cx="4032448" cy="936000"/>
          </a:xfrm>
        </p:spPr>
        <p:txBody>
          <a:bodyPr/>
          <a:lstStyle/>
          <a:p>
            <a:pPr algn="r"/>
            <a:r>
              <a:rPr lang="fr-FR" dirty="0" err="1" smtClean="0">
                <a:latin typeface="Helvetica 65 Medium" panose="020B0604020202020204" pitchFamily="34" charset="0"/>
              </a:rPr>
              <a:t>Modop</a:t>
            </a:r>
            <a:endParaRPr lang="fr-FR" dirty="0">
              <a:latin typeface="Helvetica 65 Medium" panose="020B0604020202020204" pitchFamily="34" charset="0"/>
            </a:endParaRPr>
          </a:p>
        </p:txBody>
      </p:sp>
      <p:sp>
        <p:nvSpPr>
          <p:cNvPr id="4" name="Espace réservé du texte 3"/>
          <p:cNvSpPr>
            <a:spLocks noGrp="1"/>
          </p:cNvSpPr>
          <p:nvPr>
            <p:ph type="body" sz="quarter" idx="13"/>
          </p:nvPr>
        </p:nvSpPr>
        <p:spPr>
          <a:xfrm>
            <a:off x="2051721" y="3501008"/>
            <a:ext cx="5472608" cy="936000"/>
          </a:xfrm>
        </p:spPr>
        <p:txBody>
          <a:bodyPr>
            <a:noAutofit/>
          </a:bodyPr>
          <a:lstStyle/>
          <a:p>
            <a:pPr algn="r"/>
            <a:r>
              <a:rPr lang="fr-FR" sz="4000" dirty="0" smtClean="0">
                <a:latin typeface="+mn-lt"/>
                <a:cs typeface="Gisha" pitchFamily="34" charset="-79"/>
              </a:rPr>
              <a:t>Usage API 26D </a:t>
            </a:r>
            <a:endParaRPr lang="fr-FR" sz="4000" dirty="0">
              <a:latin typeface="+mn-lt"/>
              <a:cs typeface="Gisha" pitchFamily="34" charset="-79"/>
            </a:endParaRPr>
          </a:p>
        </p:txBody>
      </p:sp>
      <p:pic>
        <p:nvPicPr>
          <p:cNvPr id="6" name="Picture 2" descr="Logo Portail Agile Chan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5761907"/>
            <a:ext cx="866775" cy="819151"/>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7664" y="5761907"/>
            <a:ext cx="720080" cy="996436"/>
          </a:xfrm>
          <a:prstGeom prst="rect">
            <a:avLst/>
          </a:prstGeom>
        </p:spPr>
      </p:pic>
      <p:sp>
        <p:nvSpPr>
          <p:cNvPr id="10" name="Espace réservé du texte 3"/>
          <p:cNvSpPr txBox="1">
            <a:spLocks/>
          </p:cNvSpPr>
          <p:nvPr/>
        </p:nvSpPr>
        <p:spPr>
          <a:xfrm>
            <a:off x="24904" y="5877272"/>
            <a:ext cx="7055363" cy="762210"/>
          </a:xfrm>
          <a:prstGeom prst="rect">
            <a:avLst/>
          </a:prstGeom>
        </p:spPr>
        <p:txBody>
          <a:bodyPr vert="horz" lIns="0" tIns="0" rIns="0" bIns="0" rtlCol="0">
            <a:normAutofit/>
          </a:bodyPr>
          <a:lstStyle>
            <a:lvl1pPr marL="0" indent="0" algn="l" defTabSz="914400" rtl="0" eaLnBrk="1" fontAlgn="base" latinLnBrk="0" hangingPunct="1">
              <a:spcBef>
                <a:spcPct val="0"/>
              </a:spcBef>
              <a:spcAft>
                <a:spcPts val="0"/>
              </a:spcAft>
              <a:buClr>
                <a:srgbClr val="FF6600"/>
              </a:buClr>
              <a:buFont typeface="Wingdings" pitchFamily="2" charset="2"/>
              <a:buNone/>
              <a:defRPr lang="fr-FR" sz="6600" kern="1200" dirty="0" smtClean="0">
                <a:solidFill>
                  <a:schemeClr val="tx1"/>
                </a:solidFill>
                <a:latin typeface="Helvetica 35 Thin" pitchFamily="34" charset="0"/>
                <a:ea typeface="+mj-ea"/>
                <a:cs typeface="+mj-cs"/>
              </a:defRPr>
            </a:lvl1pPr>
            <a:lvl2pPr marL="74295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2pPr>
            <a:lvl3pPr marL="12446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3pPr>
            <a:lvl4pPr marL="16637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4pPr>
            <a:lvl5pPr marL="2057400" indent="-228600" algn="l" defTabSz="914400" rtl="0" eaLnBrk="1" fontAlgn="base" latinLnBrk="0" hangingPunct="1">
              <a:spcBef>
                <a:spcPct val="0"/>
              </a:spcBef>
              <a:buFont typeface="Helvetica 45 Light" pitchFamily="34" charset="0"/>
              <a:buChar char="–"/>
              <a:defRPr lang="fr-FR" sz="1600" kern="1200" dirty="0">
                <a:solidFill>
                  <a:schemeClr val="tx1"/>
                </a:solidFill>
                <a:latin typeface="Helvetica 55 Roman"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sz="3600" dirty="0" smtClean="0">
                <a:latin typeface="Gisha" pitchFamily="34" charset="-79"/>
                <a:cs typeface="Gisha" pitchFamily="34" charset="-79"/>
              </a:rPr>
              <a:t>         +       + 26D</a:t>
            </a:r>
            <a:endParaRPr lang="fr-FR" sz="3600" dirty="0">
              <a:latin typeface="Gisha" pitchFamily="34" charset="-79"/>
              <a:cs typeface="Gisha" pitchFamily="34" charset="-79"/>
            </a:endParaRPr>
          </a:p>
        </p:txBody>
      </p:sp>
      <p:sp>
        <p:nvSpPr>
          <p:cNvPr id="3" name="AutoShape 4" descr="Résultat de recherche d'images pour &quot;selenium&quo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9" name="Espace réservé du texte 3"/>
          <p:cNvSpPr txBox="1">
            <a:spLocks/>
          </p:cNvSpPr>
          <p:nvPr/>
        </p:nvSpPr>
        <p:spPr>
          <a:xfrm>
            <a:off x="4716016" y="6004994"/>
            <a:ext cx="3166931" cy="576064"/>
          </a:xfrm>
          <a:prstGeom prst="rect">
            <a:avLst/>
          </a:prstGeom>
        </p:spPr>
        <p:txBody>
          <a:bodyPr vert="horz" lIns="0" tIns="0" rIns="0" bIns="0" rtlCol="0">
            <a:normAutofit/>
          </a:bodyPr>
          <a:lstStyle>
            <a:lvl1pPr marL="0" indent="0" algn="l" defTabSz="914400" rtl="0" eaLnBrk="1" fontAlgn="base" latinLnBrk="0" hangingPunct="1">
              <a:spcBef>
                <a:spcPct val="0"/>
              </a:spcBef>
              <a:spcAft>
                <a:spcPts val="0"/>
              </a:spcAft>
              <a:buClr>
                <a:srgbClr val="FF6600"/>
              </a:buClr>
              <a:buFont typeface="Wingdings" pitchFamily="2" charset="2"/>
              <a:buNone/>
              <a:defRPr lang="fr-FR" sz="6600" kern="1200" dirty="0" smtClean="0">
                <a:solidFill>
                  <a:schemeClr val="tx1"/>
                </a:solidFill>
                <a:latin typeface="Helvetica 35 Thin" pitchFamily="34" charset="0"/>
                <a:ea typeface="+mj-ea"/>
                <a:cs typeface="+mj-cs"/>
              </a:defRPr>
            </a:lvl1pPr>
            <a:lvl2pPr marL="74295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2pPr>
            <a:lvl3pPr marL="12446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3pPr>
            <a:lvl4pPr marL="16637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4pPr>
            <a:lvl5pPr marL="2057400" indent="-228600" algn="l" defTabSz="914400" rtl="0" eaLnBrk="1" fontAlgn="base" latinLnBrk="0" hangingPunct="1">
              <a:spcBef>
                <a:spcPct val="0"/>
              </a:spcBef>
              <a:buFont typeface="Helvetica 45 Light" pitchFamily="34" charset="0"/>
              <a:buChar char="–"/>
              <a:defRPr lang="fr-FR" sz="1600" kern="1200" dirty="0">
                <a:solidFill>
                  <a:schemeClr val="tx1"/>
                </a:solidFill>
                <a:latin typeface="Helvetica 55 Roman"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r>
              <a:rPr lang="fr-FR" sz="1600" dirty="0" smtClean="0">
                <a:latin typeface="Gisha" pitchFamily="34" charset="-79"/>
                <a:cs typeface="Gisha" pitchFamily="34" charset="-79"/>
              </a:rPr>
              <a:t>Jérôme </a:t>
            </a:r>
            <a:r>
              <a:rPr lang="fr-FR" sz="1600" dirty="0" err="1" smtClean="0">
                <a:latin typeface="Gisha" pitchFamily="34" charset="-79"/>
                <a:cs typeface="Gisha" pitchFamily="34" charset="-79"/>
              </a:rPr>
              <a:t>Devy</a:t>
            </a:r>
            <a:r>
              <a:rPr lang="fr-FR" sz="1600" dirty="0" smtClean="0">
                <a:latin typeface="Gisha" pitchFamily="34" charset="-79"/>
                <a:cs typeface="Gisha" pitchFamily="34" charset="-79"/>
              </a:rPr>
              <a:t> / Thomas Vautrin</a:t>
            </a:r>
            <a:endParaRPr lang="fr-FR" sz="1600" dirty="0">
              <a:latin typeface="Gisha" pitchFamily="34" charset="-79"/>
              <a:cs typeface="Gisha" pitchFamily="34" charset="-79"/>
            </a:endParaRPr>
          </a:p>
          <a:p>
            <a:pPr algn="r"/>
            <a:r>
              <a:rPr lang="fr-FR" sz="1600" dirty="0" smtClean="0">
                <a:latin typeface="Gisha" pitchFamily="34" charset="-79"/>
                <a:cs typeface="Gisha" pitchFamily="34" charset="-79"/>
              </a:rPr>
              <a:t>version 2.0.0</a:t>
            </a:r>
            <a:endParaRPr lang="fr-FR" sz="1600" dirty="0">
              <a:latin typeface="Gisha" pitchFamily="34" charset="-79"/>
              <a:cs typeface="Gisha" pitchFamily="34" charset="-79"/>
            </a:endParaRPr>
          </a:p>
        </p:txBody>
      </p:sp>
    </p:spTree>
    <p:extLst>
      <p:ext uri="{BB962C8B-B14F-4D97-AF65-F5344CB8AC3E}">
        <p14:creationId xmlns:p14="http://schemas.microsoft.com/office/powerpoint/2010/main" val="10283174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15200" y="404813"/>
            <a:ext cx="7058025" cy="575915"/>
          </a:xfrm>
        </p:spPr>
        <p:txBody>
          <a:bodyPr/>
          <a:lstStyle/>
          <a:p>
            <a:r>
              <a:rPr lang="fr-FR" sz="4800" dirty="0" smtClean="0"/>
              <a:t>Sommaire</a:t>
            </a:r>
            <a:endParaRPr lang="fr-FR" sz="4800" dirty="0"/>
          </a:p>
        </p:txBody>
      </p:sp>
      <p:sp>
        <p:nvSpPr>
          <p:cNvPr id="3" name="Espace réservé du contenu 2"/>
          <p:cNvSpPr>
            <a:spLocks noGrp="1"/>
          </p:cNvSpPr>
          <p:nvPr>
            <p:ph idx="1"/>
          </p:nvPr>
        </p:nvSpPr>
        <p:spPr>
          <a:xfrm>
            <a:off x="755576" y="1340768"/>
            <a:ext cx="7058025" cy="5256584"/>
          </a:xfrm>
        </p:spPr>
        <p:txBody>
          <a:bodyPr>
            <a:normAutofit fontScale="92500" lnSpcReduction="10000"/>
          </a:bodyPr>
          <a:lstStyle/>
          <a:p>
            <a:pPr marL="914400" lvl="1" indent="-457200">
              <a:buFont typeface="+mj-lt"/>
              <a:buAutoNum type="arabicPeriod"/>
            </a:pPr>
            <a:r>
              <a:rPr lang="fr-FR" sz="2800" dirty="0" smtClean="0">
                <a:latin typeface="+mj-lt"/>
              </a:rPr>
              <a:t>Généralités</a:t>
            </a:r>
          </a:p>
          <a:p>
            <a:pPr marL="914400" lvl="1" indent="-457200">
              <a:buFont typeface="+mj-lt"/>
              <a:buAutoNum type="arabicPeriod"/>
            </a:pPr>
            <a:r>
              <a:rPr lang="fr-FR" sz="2800" dirty="0" smtClean="0">
                <a:latin typeface="+mj-lt"/>
              </a:rPr>
              <a:t>Prérequis</a:t>
            </a:r>
          </a:p>
          <a:p>
            <a:pPr marL="914400" lvl="1" indent="-457200">
              <a:buFont typeface="+mj-lt"/>
              <a:buAutoNum type="arabicPeriod"/>
            </a:pPr>
            <a:r>
              <a:rPr lang="fr-FR" sz="2800" dirty="0" smtClean="0">
                <a:latin typeface="+mj-lt"/>
              </a:rPr>
              <a:t>Sécurité</a:t>
            </a:r>
          </a:p>
          <a:p>
            <a:pPr marL="914400" lvl="1" indent="-457200">
              <a:buFont typeface="+mj-lt"/>
              <a:buAutoNum type="arabicPeriod"/>
            </a:pPr>
            <a:r>
              <a:rPr lang="fr-FR" sz="2800" dirty="0" smtClean="0">
                <a:latin typeface="+mj-lt"/>
              </a:rPr>
              <a:t>Configuration globale</a:t>
            </a:r>
            <a:endParaRPr lang="fr-FR" sz="2800" dirty="0">
              <a:latin typeface="+mj-lt"/>
            </a:endParaRPr>
          </a:p>
          <a:p>
            <a:pPr marL="914400" lvl="1" indent="-457200">
              <a:buFont typeface="+mj-lt"/>
              <a:buAutoNum type="arabicPeriod"/>
            </a:pPr>
            <a:r>
              <a:rPr lang="fr-FR" sz="2800" dirty="0" smtClean="0">
                <a:latin typeface="+mj-lt"/>
              </a:rPr>
              <a:t>Utilisation du mode dépôt</a:t>
            </a:r>
          </a:p>
          <a:p>
            <a:pPr marL="1473200" lvl="2" indent="-514350">
              <a:buFont typeface="+mj-lt"/>
              <a:buAutoNum type="alphaUcPeriod"/>
            </a:pPr>
            <a:r>
              <a:rPr lang="fr-FR" sz="2800" dirty="0"/>
              <a:t>Avec Jenkins et un job freestyle</a:t>
            </a:r>
          </a:p>
          <a:p>
            <a:pPr marL="1416050" lvl="2" indent="-457200">
              <a:buFont typeface="+mj-lt"/>
              <a:buAutoNum type="alphaUcPeriod"/>
            </a:pPr>
            <a:r>
              <a:rPr lang="fr-FR" sz="2800" dirty="0"/>
              <a:t>Avec Jenkins </a:t>
            </a:r>
            <a:r>
              <a:rPr lang="fr-FR" sz="2800" dirty="0" smtClean="0"/>
              <a:t>pipeline</a:t>
            </a:r>
          </a:p>
          <a:p>
            <a:pPr marL="1416050" lvl="2" indent="-457200">
              <a:buFont typeface="+mj-lt"/>
              <a:buAutoNum type="alphaUcPeriod"/>
            </a:pPr>
            <a:r>
              <a:rPr lang="fr-FR" sz="2800" dirty="0"/>
              <a:t>Exemple de sortie de </a:t>
            </a:r>
            <a:r>
              <a:rPr lang="fr-FR" sz="2800" dirty="0" smtClean="0"/>
              <a:t>logs</a:t>
            </a:r>
            <a:endParaRPr lang="fr-FR" sz="2800" dirty="0" smtClean="0">
              <a:latin typeface="+mj-lt"/>
            </a:endParaRPr>
          </a:p>
          <a:p>
            <a:pPr marL="914400" lvl="1" indent="-457200">
              <a:buFont typeface="+mj-lt"/>
              <a:buAutoNum type="arabicPeriod"/>
            </a:pPr>
            <a:r>
              <a:rPr lang="fr-FR" sz="2800" dirty="0"/>
              <a:t>Utilisation du mode </a:t>
            </a:r>
            <a:r>
              <a:rPr lang="fr-FR" sz="2800" dirty="0" smtClean="0"/>
              <a:t>téléchargement</a:t>
            </a:r>
            <a:endParaRPr lang="fr-FR" sz="2800" dirty="0" smtClean="0">
              <a:latin typeface="+mj-lt"/>
            </a:endParaRPr>
          </a:p>
          <a:p>
            <a:pPr marL="1473200" lvl="2" indent="-514350">
              <a:buFont typeface="+mj-lt"/>
              <a:buAutoNum type="alphaUcPeriod"/>
            </a:pPr>
            <a:r>
              <a:rPr lang="fr-FR" sz="2800" dirty="0" smtClean="0">
                <a:latin typeface="+mj-lt"/>
              </a:rPr>
              <a:t>Tester avec </a:t>
            </a:r>
            <a:r>
              <a:rPr lang="fr-FR" sz="2800" dirty="0" err="1" smtClean="0">
                <a:latin typeface="+mj-lt"/>
              </a:rPr>
              <a:t>Postman</a:t>
            </a:r>
            <a:endParaRPr lang="fr-FR" sz="2800" dirty="0" smtClean="0">
              <a:latin typeface="+mj-lt"/>
            </a:endParaRPr>
          </a:p>
          <a:p>
            <a:pPr marL="1416050" lvl="2" indent="-457200">
              <a:buFont typeface="+mj-lt"/>
              <a:buAutoNum type="alphaUcPeriod"/>
            </a:pPr>
            <a:r>
              <a:rPr lang="fr-FR" sz="2800" dirty="0" smtClean="0">
                <a:latin typeface="+mj-lt"/>
              </a:rPr>
              <a:t>Avec Jenkins et un job freestyle</a:t>
            </a:r>
            <a:endParaRPr lang="fr-FR" sz="2800" dirty="0">
              <a:latin typeface="+mj-lt"/>
            </a:endParaRPr>
          </a:p>
          <a:p>
            <a:pPr marL="1416050" lvl="2" indent="-457200">
              <a:buFont typeface="+mj-lt"/>
              <a:buAutoNum type="alphaUcPeriod"/>
            </a:pPr>
            <a:r>
              <a:rPr lang="fr-FR" sz="2800" dirty="0" smtClean="0">
                <a:latin typeface="+mj-lt"/>
              </a:rPr>
              <a:t>Avec Jenkins pipeline</a:t>
            </a:r>
          </a:p>
          <a:p>
            <a:pPr marL="1416050" lvl="2" indent="-457200">
              <a:buFont typeface="+mj-lt"/>
              <a:buAutoNum type="alphaUcPeriod"/>
            </a:pPr>
            <a:r>
              <a:rPr lang="fr-FR" sz="2800" dirty="0" smtClean="0">
                <a:latin typeface="+mj-lt"/>
              </a:rPr>
              <a:t>Avec </a:t>
            </a:r>
            <a:r>
              <a:rPr lang="fr-FR" sz="2800" dirty="0">
                <a:latin typeface="+mj-lt"/>
              </a:rPr>
              <a:t>le plugin </a:t>
            </a:r>
            <a:r>
              <a:rPr lang="fr-FR" sz="2800" dirty="0" smtClean="0">
                <a:latin typeface="+mj-lt"/>
              </a:rPr>
              <a:t>Jenkins</a:t>
            </a:r>
          </a:p>
          <a:p>
            <a:pPr marL="1416050" lvl="2" indent="-457200">
              <a:buFont typeface="+mj-lt"/>
              <a:buAutoNum type="alphaUcPeriod"/>
            </a:pPr>
            <a:r>
              <a:rPr lang="fr-FR" sz="2800" dirty="0" smtClean="0">
                <a:latin typeface="+mj-lt"/>
              </a:rPr>
              <a:t>Exemple de sortie de logs</a:t>
            </a:r>
            <a:endParaRPr lang="fr-FR" dirty="0"/>
          </a:p>
        </p:txBody>
      </p:sp>
    </p:spTree>
    <p:extLst>
      <p:ext uri="{BB962C8B-B14F-4D97-AF65-F5344CB8AC3E}">
        <p14:creationId xmlns:p14="http://schemas.microsoft.com/office/powerpoint/2010/main" val="34457723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4725144"/>
            <a:ext cx="8466583" cy="936104"/>
          </a:xfrm>
          <a:prstGeom prst="rect">
            <a:avLst/>
          </a:prstGeom>
          <a:solidFill>
            <a:schemeClr val="bg1">
              <a:lumMod val="85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itre 1"/>
          <p:cNvSpPr txBox="1">
            <a:spLocks/>
          </p:cNvSpPr>
          <p:nvPr/>
        </p:nvSpPr>
        <p:spPr>
          <a:xfrm>
            <a:off x="467544" y="116632"/>
            <a:ext cx="3456383" cy="719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5F1A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ctr" defTabSz="914400" rtl="0" eaLnBrk="1" latinLnBrk="0" hangingPunct="1">
              <a:spcBef>
                <a:spcPct val="0"/>
              </a:spcBef>
              <a:buNone/>
              <a:defRPr lang="fr-FR" sz="2400" kern="1200">
                <a:solidFill>
                  <a:srgbClr val="FF6600"/>
                </a:solidFill>
                <a:latin typeface="Helvetica 65 Medium" pitchFamily="34" charset="0"/>
                <a:ea typeface="+mj-ea"/>
                <a:cs typeface="+mj-cs"/>
              </a:defRPr>
            </a:lvl1pPr>
          </a:lstStyle>
          <a:p>
            <a:pPr algn="l"/>
            <a:r>
              <a:rPr lang="fr-FR" sz="3200" dirty="0" smtClean="0"/>
              <a:t>1- Généralités</a:t>
            </a:r>
            <a:endParaRPr lang="fr-FR" sz="3200" dirty="0"/>
          </a:p>
        </p:txBody>
      </p:sp>
      <p:sp>
        <p:nvSpPr>
          <p:cNvPr id="5" name="Espace réservé du contenu 2"/>
          <p:cNvSpPr txBox="1">
            <a:spLocks/>
          </p:cNvSpPr>
          <p:nvPr/>
        </p:nvSpPr>
        <p:spPr>
          <a:xfrm>
            <a:off x="539552" y="1268760"/>
            <a:ext cx="7920880" cy="4536504"/>
          </a:xfrm>
          <a:prstGeom prst="rect">
            <a:avLst/>
          </a:prstGeom>
        </p:spPr>
        <p:txBody>
          <a:bodyPr vert="horz" lIns="0" tIns="0" rIns="0" bIns="0" rtlCol="0">
            <a:normAutofit lnSpcReduction="10000"/>
          </a:bodyPr>
          <a:lstStyle>
            <a:lvl1pPr marL="194400" indent="-194400" algn="l" defTabSz="914400" rtl="0" eaLnBrk="1" fontAlgn="base" latinLnBrk="0" hangingPunct="1">
              <a:spcBef>
                <a:spcPct val="0"/>
              </a:spcBef>
              <a:spcAft>
                <a:spcPts val="60"/>
              </a:spcAft>
              <a:buClr>
                <a:srgbClr val="FF6600"/>
              </a:buClr>
              <a:buFont typeface="Wingdings" pitchFamily="2" charset="2"/>
              <a:buChar char="§"/>
              <a:defRPr lang="fr-FR" sz="1800" kern="1200" dirty="0" smtClean="0">
                <a:solidFill>
                  <a:schemeClr val="tx1"/>
                </a:solidFill>
                <a:latin typeface="Helvetica 55 Roman" pitchFamily="34" charset="0"/>
                <a:ea typeface="+mn-ea"/>
                <a:cs typeface="+mn-cs"/>
              </a:defRPr>
            </a:lvl1pPr>
            <a:lvl2pPr marL="74295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2pPr>
            <a:lvl3pPr marL="12446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3pPr>
            <a:lvl4pPr marL="16637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4pPr>
            <a:lvl5pPr marL="2057400" indent="-228600" algn="l" defTabSz="914400" rtl="0" eaLnBrk="1" fontAlgn="base" latinLnBrk="0" hangingPunct="1">
              <a:spcBef>
                <a:spcPct val="0"/>
              </a:spcBef>
              <a:buFont typeface="Helvetica 45 Light" pitchFamily="34" charset="0"/>
              <a:buChar char="–"/>
              <a:defRPr lang="fr-FR" sz="1600" kern="1200" dirty="0">
                <a:solidFill>
                  <a:schemeClr val="tx1"/>
                </a:solidFill>
                <a:latin typeface="Helvetica 55 Roman"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sz="2000" dirty="0" smtClean="0"/>
              <a:t>La plateforme 26D dispose d’un service de dépôt et d’extraction de livrable.</a:t>
            </a:r>
          </a:p>
          <a:p>
            <a:endParaRPr lang="fr-FR" sz="2000" dirty="0" smtClean="0"/>
          </a:p>
          <a:p>
            <a:r>
              <a:rPr lang="fr-FR" sz="2000" dirty="0" smtClean="0"/>
              <a:t>Pour le contrat d’interface d’extraction, se référer au document </a:t>
            </a:r>
            <a:r>
              <a:rPr lang="fr-FR" sz="2000" dirty="0"/>
              <a:t>officiel fournit </a:t>
            </a:r>
            <a:r>
              <a:rPr lang="fr-FR" sz="2000" dirty="0" smtClean="0"/>
              <a:t>par </a:t>
            </a:r>
            <a:r>
              <a:rPr lang="fr-FR" sz="2000" dirty="0"/>
              <a:t>SOFRECOM </a:t>
            </a:r>
            <a:r>
              <a:rPr lang="fr-FR" sz="2000" dirty="0" smtClean="0"/>
              <a:t>CI_26D_WebService_Extraction.docx</a:t>
            </a:r>
          </a:p>
          <a:p>
            <a:endParaRPr lang="fr-FR" sz="2000" dirty="0" smtClean="0"/>
          </a:p>
          <a:p>
            <a:endParaRPr lang="fr-FR" sz="2000" dirty="0"/>
          </a:p>
          <a:p>
            <a:endParaRPr lang="fr-FR" sz="2000" dirty="0" smtClean="0"/>
          </a:p>
          <a:p>
            <a:endParaRPr lang="fr-FR" sz="2000" dirty="0"/>
          </a:p>
          <a:p>
            <a:endParaRPr lang="fr-FR" sz="2000" i="1" dirty="0" smtClean="0"/>
          </a:p>
          <a:p>
            <a:endParaRPr lang="fr-FR" sz="2000" i="1" dirty="0" smtClean="0"/>
          </a:p>
          <a:p>
            <a:endParaRPr lang="fr-FR" sz="2000" i="1" dirty="0" smtClean="0"/>
          </a:p>
          <a:p>
            <a:r>
              <a:rPr lang="fr-FR" sz="2000" i="1" dirty="0" smtClean="0"/>
              <a:t>Récupération du plugin Jenkins </a:t>
            </a:r>
          </a:p>
          <a:p>
            <a:pPr marL="0" indent="0">
              <a:buNone/>
            </a:pPr>
            <a:r>
              <a:rPr lang="fr-FR" sz="2000" dirty="0" smtClean="0"/>
              <a:t/>
            </a:r>
            <a:br>
              <a:rPr lang="fr-FR" sz="2000" dirty="0" smtClean="0"/>
            </a:br>
            <a:endParaRPr lang="fr-FR" dirty="0" smtClean="0"/>
          </a:p>
          <a:p>
            <a:endParaRPr lang="fr-FR" dirty="0" smtClean="0"/>
          </a:p>
          <a:p>
            <a:endParaRPr lang="fr-FR" dirty="0" smtClean="0"/>
          </a:p>
          <a:p>
            <a:pPr marL="0" indent="0">
              <a:buFont typeface="Wingdings" pitchFamily="2" charset="2"/>
              <a:buNone/>
            </a:pPr>
            <a:endParaRPr lang="fr-FR" dirty="0"/>
          </a:p>
        </p:txBody>
      </p:sp>
      <p:sp>
        <p:nvSpPr>
          <p:cNvPr id="6" name="ZoneTexte 5">
            <a:hlinkClick r:id="rId3"/>
          </p:cNvPr>
          <p:cNvSpPr txBox="1"/>
          <p:nvPr/>
        </p:nvSpPr>
        <p:spPr>
          <a:xfrm>
            <a:off x="539552" y="5263316"/>
            <a:ext cx="7537641" cy="253916"/>
          </a:xfrm>
          <a:prstGeom prst="rect">
            <a:avLst/>
          </a:prstGeom>
          <a:noFill/>
        </p:spPr>
        <p:txBody>
          <a:bodyPr wrap="none" rtlCol="0">
            <a:spAutoFit/>
          </a:bodyPr>
          <a:lstStyle/>
          <a:p>
            <a:r>
              <a:rPr lang="fr-FR" sz="1050" dirty="0">
                <a:solidFill>
                  <a:schemeClr val="tx2">
                    <a:lumMod val="50000"/>
                    <a:lumOff val="50000"/>
                  </a:schemeClr>
                </a:solidFill>
                <a:hlinkClick r:id="rId4"/>
              </a:rPr>
              <a:t>https://artifactory-iva.si.francetelecom.fr/artifactory/libs-release-local/com/orange/jenkins/plugins/26D/2.0.0/26D-2.0.0.hpi</a:t>
            </a:r>
            <a:endParaRPr lang="fr-FR" sz="1050" dirty="0">
              <a:solidFill>
                <a:schemeClr val="tx2">
                  <a:lumMod val="50000"/>
                  <a:lumOff val="50000"/>
                </a:schemeClr>
              </a:solidFill>
            </a:endParaRPr>
          </a:p>
        </p:txBody>
      </p:sp>
      <p:graphicFrame>
        <p:nvGraphicFramePr>
          <p:cNvPr id="10" name="Objet 9"/>
          <p:cNvGraphicFramePr>
            <a:graphicFrameLocks noChangeAspect="1"/>
          </p:cNvGraphicFramePr>
          <p:nvPr>
            <p:extLst>
              <p:ext uri="{D42A27DB-BD31-4B8C-83A1-F6EECF244321}">
                <p14:modId xmlns:p14="http://schemas.microsoft.com/office/powerpoint/2010/main" val="725935889"/>
              </p:ext>
            </p:extLst>
          </p:nvPr>
        </p:nvGraphicFramePr>
        <p:xfrm>
          <a:off x="3851172" y="3284984"/>
          <a:ext cx="914400" cy="771525"/>
        </p:xfrm>
        <a:graphic>
          <a:graphicData uri="http://schemas.openxmlformats.org/presentationml/2006/ole">
            <mc:AlternateContent xmlns:mc="http://schemas.openxmlformats.org/markup-compatibility/2006">
              <mc:Choice xmlns:v="urn:schemas-microsoft-com:vml" Requires="v">
                <p:oleObj spid="_x0000_s2080" name="Document" showAsIcon="1" r:id="rId5" imgW="914400" imgH="771480" progId="Word.Document.12">
                  <p:embed/>
                </p:oleObj>
              </mc:Choice>
              <mc:Fallback>
                <p:oleObj name="Document" showAsIcon="1" r:id="rId5" imgW="914400" imgH="771480" progId="Word.Document.12">
                  <p:embed/>
                  <p:pic>
                    <p:nvPicPr>
                      <p:cNvPr id="0" name=""/>
                      <p:cNvPicPr/>
                      <p:nvPr/>
                    </p:nvPicPr>
                    <p:blipFill>
                      <a:blip r:embed="rId6"/>
                      <a:stretch>
                        <a:fillRect/>
                      </a:stretch>
                    </p:blipFill>
                    <p:spPr>
                      <a:xfrm>
                        <a:off x="3851172" y="3284984"/>
                        <a:ext cx="914400" cy="771525"/>
                      </a:xfrm>
                      <a:prstGeom prst="rect">
                        <a:avLst/>
                      </a:prstGeom>
                    </p:spPr>
                  </p:pic>
                </p:oleObj>
              </mc:Fallback>
            </mc:AlternateContent>
          </a:graphicData>
        </a:graphic>
      </p:graphicFrame>
    </p:spTree>
    <p:extLst>
      <p:ext uri="{BB962C8B-B14F-4D97-AF65-F5344CB8AC3E}">
        <p14:creationId xmlns:p14="http://schemas.microsoft.com/office/powerpoint/2010/main" val="395870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a:spLocks/>
          </p:cNvSpPr>
          <p:nvPr/>
        </p:nvSpPr>
        <p:spPr>
          <a:xfrm>
            <a:off x="467544" y="116781"/>
            <a:ext cx="3456383" cy="719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5F1A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ctr" defTabSz="914400" rtl="0" eaLnBrk="1" latinLnBrk="0" hangingPunct="1">
              <a:spcBef>
                <a:spcPct val="0"/>
              </a:spcBef>
              <a:buNone/>
              <a:defRPr lang="fr-FR" sz="2400" kern="1200">
                <a:solidFill>
                  <a:srgbClr val="FF6600"/>
                </a:solidFill>
                <a:latin typeface="Helvetica 65 Medium" pitchFamily="34" charset="0"/>
                <a:ea typeface="+mj-ea"/>
                <a:cs typeface="+mj-cs"/>
              </a:defRPr>
            </a:lvl1pPr>
          </a:lstStyle>
          <a:p>
            <a:pPr algn="l"/>
            <a:r>
              <a:rPr lang="fr-FR" sz="3200" dirty="0" smtClean="0"/>
              <a:t>2- Prérequis</a:t>
            </a:r>
            <a:endParaRPr lang="fr-FR" sz="3200" dirty="0"/>
          </a:p>
        </p:txBody>
      </p:sp>
      <p:sp>
        <p:nvSpPr>
          <p:cNvPr id="5" name="Espace réservé du contenu 2"/>
          <p:cNvSpPr txBox="1">
            <a:spLocks/>
          </p:cNvSpPr>
          <p:nvPr/>
        </p:nvSpPr>
        <p:spPr>
          <a:xfrm>
            <a:off x="539552" y="980728"/>
            <a:ext cx="7920880" cy="4536504"/>
          </a:xfrm>
          <a:prstGeom prst="rect">
            <a:avLst/>
          </a:prstGeom>
        </p:spPr>
        <p:txBody>
          <a:bodyPr vert="horz" lIns="0" tIns="0" rIns="0" bIns="0" rtlCol="0">
            <a:normAutofit/>
          </a:bodyPr>
          <a:lstStyle>
            <a:lvl1pPr marL="194400" indent="-194400" algn="l" defTabSz="914400" rtl="0" eaLnBrk="1" fontAlgn="base" latinLnBrk="0" hangingPunct="1">
              <a:spcBef>
                <a:spcPct val="0"/>
              </a:spcBef>
              <a:spcAft>
                <a:spcPts val="60"/>
              </a:spcAft>
              <a:buClr>
                <a:srgbClr val="FF6600"/>
              </a:buClr>
              <a:buFont typeface="Wingdings" pitchFamily="2" charset="2"/>
              <a:buChar char="§"/>
              <a:defRPr lang="fr-FR" sz="1800" kern="1200" dirty="0" smtClean="0">
                <a:solidFill>
                  <a:schemeClr val="tx1"/>
                </a:solidFill>
                <a:latin typeface="Helvetica 55 Roman" pitchFamily="34" charset="0"/>
                <a:ea typeface="+mn-ea"/>
                <a:cs typeface="+mn-cs"/>
              </a:defRPr>
            </a:lvl1pPr>
            <a:lvl2pPr marL="74295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2pPr>
            <a:lvl3pPr marL="12446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3pPr>
            <a:lvl4pPr marL="16637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4pPr>
            <a:lvl5pPr marL="2057400" indent="-228600" algn="l" defTabSz="914400" rtl="0" eaLnBrk="1" fontAlgn="base" latinLnBrk="0" hangingPunct="1">
              <a:spcBef>
                <a:spcPct val="0"/>
              </a:spcBef>
              <a:buFont typeface="Helvetica 45 Light" pitchFamily="34" charset="0"/>
              <a:buChar char="–"/>
              <a:defRPr lang="fr-FR" sz="1600" kern="1200" dirty="0">
                <a:solidFill>
                  <a:schemeClr val="tx1"/>
                </a:solidFill>
                <a:latin typeface="Helvetica 55 Roman"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sz="2000" dirty="0"/>
              <a:t>Etre habilité sur le service 26D (DMI</a:t>
            </a:r>
            <a:r>
              <a:rPr lang="fr-FR" sz="2000" dirty="0" smtClean="0"/>
              <a:t>)</a:t>
            </a:r>
          </a:p>
          <a:p>
            <a:pPr lvl="1"/>
            <a:r>
              <a:rPr lang="fr-FR" dirty="0"/>
              <a:t>Si vous souhaitez utiliser l’instance 26D de qualification, vous devez au préalable faire une demande d’enregistrement de votre compte sur l’instance 26D de qualification en ouvrant un ticket sur le site SMOQL : </a:t>
            </a:r>
            <a:r>
              <a:rPr lang="fr-FR" u="sng" dirty="0">
                <a:hlinkClick r:id="rId2"/>
              </a:rPr>
              <a:t>http://smo-ql-shp.itn.ftgroup/soutien/Pages/default.aspx</a:t>
            </a:r>
            <a:endParaRPr lang="fr-FR" dirty="0"/>
          </a:p>
          <a:p>
            <a:r>
              <a:rPr lang="fr-FR" sz="2000" dirty="0" smtClean="0"/>
              <a:t>Avoir une FAAS </a:t>
            </a:r>
            <a:r>
              <a:rPr lang="fr-FR" sz="2000" dirty="0" err="1" smtClean="0"/>
              <a:t>AgileChange</a:t>
            </a:r>
            <a:endParaRPr lang="fr-FR" sz="2000" dirty="0" smtClean="0"/>
          </a:p>
          <a:p>
            <a:r>
              <a:rPr lang="fr-FR" sz="2000" dirty="0" smtClean="0"/>
              <a:t>Dans la configuration système, avoir le </a:t>
            </a:r>
            <a:r>
              <a:rPr lang="fr-FR" sz="2000" dirty="0"/>
              <a:t>plugin </a:t>
            </a:r>
            <a:r>
              <a:rPr lang="fr-FR" sz="2000" dirty="0" smtClean="0"/>
              <a:t>« </a:t>
            </a:r>
            <a:r>
              <a:rPr lang="fr-FR" sz="2000" dirty="0" err="1" smtClean="0"/>
              <a:t>Ownership</a:t>
            </a:r>
            <a:r>
              <a:rPr lang="fr-FR" sz="2000" dirty="0" smtClean="0"/>
              <a:t> » d’activé et configuré</a:t>
            </a:r>
          </a:p>
          <a:p>
            <a:pPr lvl="1"/>
            <a:r>
              <a:rPr lang="fr-FR" dirty="0" smtClean="0"/>
              <a:t>Vérifiez que l’option  « </a:t>
            </a:r>
            <a:r>
              <a:rPr lang="fr-FR" dirty="0" err="1" smtClean="0"/>
              <a:t>Globally</a:t>
            </a:r>
            <a:r>
              <a:rPr lang="fr-FR" dirty="0" smtClean="0"/>
              <a:t> </a:t>
            </a:r>
            <a:r>
              <a:rPr lang="fr-FR" dirty="0"/>
              <a:t>inject </a:t>
            </a:r>
            <a:r>
              <a:rPr lang="fr-FR" dirty="0" err="1"/>
              <a:t>ownership</a:t>
            </a:r>
            <a:r>
              <a:rPr lang="fr-FR" dirty="0"/>
              <a:t> </a:t>
            </a:r>
            <a:r>
              <a:rPr lang="fr-FR" dirty="0" smtClean="0"/>
              <a:t>variables » et ses valeurs soient bien cochées.</a:t>
            </a:r>
          </a:p>
          <a:p>
            <a:endParaRPr lang="fr-FR" sz="2000" dirty="0" smtClean="0"/>
          </a:p>
        </p:txBody>
      </p:sp>
      <p:pic>
        <p:nvPicPr>
          <p:cNvPr id="307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91680" y="3861048"/>
            <a:ext cx="5839280" cy="26066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015100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a:spLocks/>
          </p:cNvSpPr>
          <p:nvPr/>
        </p:nvSpPr>
        <p:spPr>
          <a:xfrm>
            <a:off x="467544" y="116632"/>
            <a:ext cx="3456383" cy="719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5F1A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ctr" defTabSz="914400" rtl="0" eaLnBrk="1" latinLnBrk="0" hangingPunct="1">
              <a:spcBef>
                <a:spcPct val="0"/>
              </a:spcBef>
              <a:buNone/>
              <a:defRPr lang="fr-FR" sz="2400" kern="1200">
                <a:solidFill>
                  <a:srgbClr val="FF6600"/>
                </a:solidFill>
                <a:latin typeface="Helvetica 65 Medium" pitchFamily="34" charset="0"/>
                <a:ea typeface="+mj-ea"/>
                <a:cs typeface="+mj-cs"/>
              </a:defRPr>
            </a:lvl1pPr>
          </a:lstStyle>
          <a:p>
            <a:pPr algn="l"/>
            <a:r>
              <a:rPr lang="fr-FR" sz="3200" dirty="0"/>
              <a:t>3</a:t>
            </a:r>
            <a:r>
              <a:rPr lang="fr-FR" sz="3200" dirty="0" smtClean="0"/>
              <a:t>- Sécurité</a:t>
            </a:r>
            <a:endParaRPr lang="fr-FR" sz="3200" dirty="0"/>
          </a:p>
        </p:txBody>
      </p:sp>
      <p:sp>
        <p:nvSpPr>
          <p:cNvPr id="5" name="Espace réservé du contenu 2"/>
          <p:cNvSpPr txBox="1">
            <a:spLocks/>
          </p:cNvSpPr>
          <p:nvPr/>
        </p:nvSpPr>
        <p:spPr>
          <a:xfrm>
            <a:off x="539552" y="980728"/>
            <a:ext cx="7920880" cy="4536504"/>
          </a:xfrm>
          <a:prstGeom prst="rect">
            <a:avLst/>
          </a:prstGeom>
        </p:spPr>
        <p:txBody>
          <a:bodyPr vert="horz" lIns="0" tIns="0" rIns="0" bIns="0" rtlCol="0">
            <a:normAutofit/>
          </a:bodyPr>
          <a:lstStyle>
            <a:lvl1pPr marL="194400" indent="-194400" algn="l" defTabSz="914400" rtl="0" eaLnBrk="1" fontAlgn="base" latinLnBrk="0" hangingPunct="1">
              <a:spcBef>
                <a:spcPct val="0"/>
              </a:spcBef>
              <a:spcAft>
                <a:spcPts val="60"/>
              </a:spcAft>
              <a:buClr>
                <a:srgbClr val="FF6600"/>
              </a:buClr>
              <a:buFont typeface="Wingdings" pitchFamily="2" charset="2"/>
              <a:buChar char="§"/>
              <a:defRPr lang="fr-FR" sz="1800" kern="1200" dirty="0" smtClean="0">
                <a:solidFill>
                  <a:schemeClr val="tx1"/>
                </a:solidFill>
                <a:latin typeface="Helvetica 55 Roman" pitchFamily="34" charset="0"/>
                <a:ea typeface="+mn-ea"/>
                <a:cs typeface="+mn-cs"/>
              </a:defRPr>
            </a:lvl1pPr>
            <a:lvl2pPr marL="74295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2pPr>
            <a:lvl3pPr marL="12446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3pPr>
            <a:lvl4pPr marL="16637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4pPr>
            <a:lvl5pPr marL="2057400" indent="-228600" algn="l" defTabSz="914400" rtl="0" eaLnBrk="1" fontAlgn="base" latinLnBrk="0" hangingPunct="1">
              <a:spcBef>
                <a:spcPct val="0"/>
              </a:spcBef>
              <a:buFont typeface="Helvetica 45 Light" pitchFamily="34" charset="0"/>
              <a:buChar char="–"/>
              <a:defRPr lang="fr-FR" sz="1600" kern="1200" dirty="0">
                <a:solidFill>
                  <a:schemeClr val="tx1"/>
                </a:solidFill>
                <a:latin typeface="Helvetica 55 Roman"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sz="2000" dirty="0" smtClean="0"/>
              <a:t>Dans le cadre d’un lancement manuel</a:t>
            </a:r>
          </a:p>
          <a:p>
            <a:endParaRPr lang="fr-FR" sz="2000" dirty="0" smtClean="0"/>
          </a:p>
          <a:p>
            <a:pPr lvl="1"/>
            <a:r>
              <a:rPr lang="fr-FR" dirty="0" smtClean="0"/>
              <a:t>Le </a:t>
            </a:r>
            <a:r>
              <a:rPr lang="fr-FR" dirty="0" err="1" smtClean="0"/>
              <a:t>cuid</a:t>
            </a:r>
            <a:r>
              <a:rPr lang="fr-FR" dirty="0" smtClean="0"/>
              <a:t> de la personne connectée sur Jenkins sera utilisé pour réaliser les action de dépôt ou de téléchargement sur 26D. Il faudra donc être sûr que la personne ait les habilitations nécessaires pour réaliser les actions demandés.</a:t>
            </a:r>
            <a:endParaRPr lang="fr-FR" dirty="0"/>
          </a:p>
          <a:p>
            <a:pPr marL="0" indent="0">
              <a:buNone/>
            </a:pPr>
            <a:endParaRPr lang="fr-FR" sz="2000" dirty="0"/>
          </a:p>
          <a:p>
            <a:r>
              <a:rPr lang="fr-FR" sz="2000" dirty="0" smtClean="0"/>
              <a:t>Dans le cadre d’un lancement automatique</a:t>
            </a:r>
          </a:p>
          <a:p>
            <a:endParaRPr lang="fr-FR" sz="2000" dirty="0" smtClean="0"/>
          </a:p>
          <a:p>
            <a:pPr lvl="1"/>
            <a:r>
              <a:rPr lang="fr-FR" dirty="0" smtClean="0"/>
              <a:t>Les comptes techniques n’étant pas autorisés sur 26D, ce sera l’identifiant de la personne qui est propriétaire du JOB exécuté qui sera utilisé pour réaliser l’action de dépôt ou de </a:t>
            </a:r>
            <a:r>
              <a:rPr lang="fr-FR" dirty="0"/>
              <a:t>téléchargement. Il faudra donc être sûr que la personne ait les habilitations nécessaires pour réaliser les actions demandés</a:t>
            </a:r>
            <a:endParaRPr lang="fr-FR" dirty="0" smtClean="0"/>
          </a:p>
        </p:txBody>
      </p:sp>
      <p:pic>
        <p:nvPicPr>
          <p:cNvPr id="8194" name="Picture 2" descr="RÃ©sultat de recherche d'images pour &quot;warning&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7174" y="4293939"/>
            <a:ext cx="2935902" cy="2446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64426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a:spLocks/>
          </p:cNvSpPr>
          <p:nvPr/>
        </p:nvSpPr>
        <p:spPr>
          <a:xfrm>
            <a:off x="494370" y="116632"/>
            <a:ext cx="7894054" cy="719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5F1A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ctr" defTabSz="914400" rtl="0" eaLnBrk="1" latinLnBrk="0" hangingPunct="1">
              <a:spcBef>
                <a:spcPct val="0"/>
              </a:spcBef>
              <a:buNone/>
              <a:defRPr lang="fr-FR" sz="2400" kern="1200">
                <a:solidFill>
                  <a:srgbClr val="FF6600"/>
                </a:solidFill>
                <a:latin typeface="Helvetica 65 Medium" pitchFamily="34" charset="0"/>
                <a:ea typeface="+mj-ea"/>
                <a:cs typeface="+mj-cs"/>
              </a:defRPr>
            </a:lvl1pPr>
          </a:lstStyle>
          <a:p>
            <a:pPr algn="l"/>
            <a:r>
              <a:rPr lang="fr-FR" sz="3200" dirty="0"/>
              <a:t>4</a:t>
            </a:r>
            <a:r>
              <a:rPr lang="fr-FR" sz="3200" dirty="0" smtClean="0"/>
              <a:t>- Configuration globale</a:t>
            </a:r>
            <a:endParaRPr lang="fr-FR" sz="3200" dirty="0"/>
          </a:p>
        </p:txBody>
      </p:sp>
      <p:sp>
        <p:nvSpPr>
          <p:cNvPr id="5" name="Espace réservé du contenu 2"/>
          <p:cNvSpPr txBox="1">
            <a:spLocks/>
          </p:cNvSpPr>
          <p:nvPr/>
        </p:nvSpPr>
        <p:spPr>
          <a:xfrm>
            <a:off x="539552" y="980728"/>
            <a:ext cx="7920880" cy="4536504"/>
          </a:xfrm>
          <a:prstGeom prst="rect">
            <a:avLst/>
          </a:prstGeom>
        </p:spPr>
        <p:txBody>
          <a:bodyPr vert="horz" lIns="0" tIns="0" rIns="0" bIns="0" rtlCol="0">
            <a:normAutofit/>
          </a:bodyPr>
          <a:lstStyle>
            <a:lvl1pPr marL="194400" indent="-194400" algn="l" defTabSz="914400" rtl="0" eaLnBrk="1" fontAlgn="base" latinLnBrk="0" hangingPunct="1">
              <a:spcBef>
                <a:spcPct val="0"/>
              </a:spcBef>
              <a:spcAft>
                <a:spcPts val="60"/>
              </a:spcAft>
              <a:buClr>
                <a:srgbClr val="FF6600"/>
              </a:buClr>
              <a:buFont typeface="Wingdings" pitchFamily="2" charset="2"/>
              <a:buChar char="§"/>
              <a:defRPr lang="fr-FR" sz="1800" kern="1200" dirty="0" smtClean="0">
                <a:solidFill>
                  <a:schemeClr val="tx1"/>
                </a:solidFill>
                <a:latin typeface="Helvetica 55 Roman" pitchFamily="34" charset="0"/>
                <a:ea typeface="+mn-ea"/>
                <a:cs typeface="+mn-cs"/>
              </a:defRPr>
            </a:lvl1pPr>
            <a:lvl2pPr marL="74295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2pPr>
            <a:lvl3pPr marL="12446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3pPr>
            <a:lvl4pPr marL="16637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4pPr>
            <a:lvl5pPr marL="2057400" indent="-228600" algn="l" defTabSz="914400" rtl="0" eaLnBrk="1" fontAlgn="base" latinLnBrk="0" hangingPunct="1">
              <a:spcBef>
                <a:spcPct val="0"/>
              </a:spcBef>
              <a:buFont typeface="Helvetica 45 Light" pitchFamily="34" charset="0"/>
              <a:buChar char="–"/>
              <a:defRPr lang="fr-FR" sz="1600" kern="1200" dirty="0">
                <a:solidFill>
                  <a:schemeClr val="tx1"/>
                </a:solidFill>
                <a:latin typeface="Helvetica 55 Roman"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sz="2000" dirty="0"/>
              <a:t>Depuis Jenkins</a:t>
            </a:r>
          </a:p>
          <a:p>
            <a:pPr lvl="1"/>
            <a:r>
              <a:rPr lang="fr-FR" dirty="0"/>
              <a:t>Ouvrir le menu : </a:t>
            </a:r>
            <a:r>
              <a:rPr lang="fr-FR" dirty="0" smtClean="0"/>
              <a:t>Administrer Jenkins &gt; Configurer </a:t>
            </a:r>
            <a:r>
              <a:rPr lang="fr-FR" dirty="0"/>
              <a:t>le système</a:t>
            </a:r>
          </a:p>
          <a:p>
            <a:pPr lvl="1"/>
            <a:r>
              <a:rPr lang="fr-FR" dirty="0"/>
              <a:t>Chercher la section 26D</a:t>
            </a:r>
          </a:p>
          <a:p>
            <a:endParaRPr lang="fr-FR" sz="2000" dirty="0" smtClean="0"/>
          </a:p>
        </p:txBody>
      </p:sp>
      <p:pic>
        <p:nvPicPr>
          <p:cNvPr id="6" name="Image 5"/>
          <p:cNvPicPr/>
          <p:nvPr/>
        </p:nvPicPr>
        <p:blipFill>
          <a:blip r:embed="rId2" cstate="print"/>
          <a:srcRect l="69266" t="48872" r="2282" b="32707"/>
          <a:stretch>
            <a:fillRect/>
          </a:stretch>
        </p:blipFill>
        <p:spPr bwMode="auto">
          <a:xfrm>
            <a:off x="1043608" y="1988840"/>
            <a:ext cx="6196965" cy="1353185"/>
          </a:xfrm>
          <a:prstGeom prst="rect">
            <a:avLst/>
          </a:prstGeom>
          <a:noFill/>
          <a:ln w="9525">
            <a:noFill/>
            <a:miter lim="800000"/>
            <a:headEnd/>
            <a:tailEnd/>
          </a:ln>
        </p:spPr>
      </p:pic>
      <p:sp>
        <p:nvSpPr>
          <p:cNvPr id="2" name="ZoneTexte 1"/>
          <p:cNvSpPr txBox="1"/>
          <p:nvPr/>
        </p:nvSpPr>
        <p:spPr>
          <a:xfrm>
            <a:off x="520845" y="3717032"/>
            <a:ext cx="7894054" cy="1938992"/>
          </a:xfrm>
          <a:prstGeom prst="rect">
            <a:avLst/>
          </a:prstGeom>
          <a:noFill/>
        </p:spPr>
        <p:txBody>
          <a:bodyPr wrap="square" rtlCol="0">
            <a:spAutoFit/>
          </a:bodyPr>
          <a:lstStyle/>
          <a:p>
            <a:pPr algn="just"/>
            <a:r>
              <a:rPr lang="fr-FR" sz="1200" dirty="0"/>
              <a:t>Cette section de configuration permet de configurer le comportement du plugin pour l’ensemble des jobs </a:t>
            </a:r>
            <a:r>
              <a:rPr lang="fr-FR" sz="1200" dirty="0" err="1"/>
              <a:t>jenkins</a:t>
            </a:r>
            <a:r>
              <a:rPr lang="fr-FR" sz="1200" dirty="0"/>
              <a:t> du projet.</a:t>
            </a:r>
          </a:p>
          <a:p>
            <a:pPr algn="just"/>
            <a:r>
              <a:rPr lang="fr-FR" sz="1200" dirty="0"/>
              <a:t> </a:t>
            </a:r>
          </a:p>
          <a:p>
            <a:pPr algn="just"/>
            <a:r>
              <a:rPr lang="fr-FR" sz="1200" dirty="0"/>
              <a:t>Le premier paramètre « Use production </a:t>
            </a:r>
            <a:r>
              <a:rPr lang="fr-FR" sz="1200" dirty="0" err="1"/>
              <a:t>repository</a:t>
            </a:r>
            <a:r>
              <a:rPr lang="fr-FR" sz="1200" dirty="0"/>
              <a:t> » indique si on utilise le service de production ou le service de qualification. </a:t>
            </a:r>
          </a:p>
          <a:p>
            <a:pPr algn="just"/>
            <a:r>
              <a:rPr lang="fr-FR" sz="1200" dirty="0"/>
              <a:t>Ce service de qualification permet d’utiliser le plugin sur une instance 26D de qualification (utile pour tester le plugin).</a:t>
            </a:r>
          </a:p>
          <a:p>
            <a:pPr algn="just"/>
            <a:r>
              <a:rPr lang="fr-FR" sz="1200" dirty="0"/>
              <a:t> </a:t>
            </a:r>
          </a:p>
          <a:p>
            <a:pPr algn="just"/>
            <a:r>
              <a:rPr lang="fr-FR" sz="1200" dirty="0"/>
              <a:t>Les deux paramètres suivants permettent d’indiquer les URL des </a:t>
            </a:r>
            <a:r>
              <a:rPr lang="fr-FR" sz="1200" dirty="0" err="1"/>
              <a:t>WebServices</a:t>
            </a:r>
            <a:r>
              <a:rPr lang="fr-FR" sz="1200" dirty="0"/>
              <a:t> de production et de qualification.</a:t>
            </a:r>
          </a:p>
          <a:p>
            <a:pPr algn="just"/>
            <a:endParaRPr lang="fr-FR" sz="1200" dirty="0"/>
          </a:p>
        </p:txBody>
      </p:sp>
    </p:spTree>
    <p:extLst>
      <p:ext uri="{BB962C8B-B14F-4D97-AF65-F5344CB8AC3E}">
        <p14:creationId xmlns:p14="http://schemas.microsoft.com/office/powerpoint/2010/main" val="137323859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16632"/>
            <a:ext cx="8244911" cy="647923"/>
          </a:xfrm>
        </p:spPr>
        <p:txBody>
          <a:bodyPr/>
          <a:lstStyle/>
          <a:p>
            <a:pPr algn="l"/>
            <a:r>
              <a:rPr lang="fr-FR" sz="3200" dirty="0"/>
              <a:t>5</a:t>
            </a:r>
            <a:r>
              <a:rPr lang="fr-FR" sz="3200" dirty="0" smtClean="0"/>
              <a:t> </a:t>
            </a:r>
            <a:r>
              <a:rPr lang="fr-FR" sz="3200" dirty="0"/>
              <a:t>- Utilisation du mode dépôt</a:t>
            </a:r>
            <a:br>
              <a:rPr lang="fr-FR" sz="3200" dirty="0"/>
            </a:br>
            <a:endParaRPr lang="fr-FR" sz="3200" dirty="0"/>
          </a:p>
        </p:txBody>
      </p:sp>
      <p:sp>
        <p:nvSpPr>
          <p:cNvPr id="8" name="Espace réservé du contenu 2"/>
          <p:cNvSpPr>
            <a:spLocks noGrp="1"/>
          </p:cNvSpPr>
          <p:nvPr>
            <p:ph idx="1"/>
          </p:nvPr>
        </p:nvSpPr>
        <p:spPr>
          <a:xfrm>
            <a:off x="250279" y="2348880"/>
            <a:ext cx="7058025" cy="432048"/>
          </a:xfrm>
        </p:spPr>
        <p:txBody>
          <a:bodyPr>
            <a:normAutofit/>
          </a:bodyPr>
          <a:lstStyle/>
          <a:p>
            <a:r>
              <a:rPr lang="fr-FR" dirty="0" smtClean="0"/>
              <a:t>Dans la section « </a:t>
            </a:r>
            <a:r>
              <a:rPr lang="fr-FR" dirty="0" err="1" smtClean="0"/>
              <a:t>Build</a:t>
            </a:r>
            <a:r>
              <a:rPr lang="fr-FR" dirty="0" smtClean="0"/>
              <a:t> », ajoutez une étape « Référentiel 26D »</a:t>
            </a:r>
          </a:p>
          <a:p>
            <a:endParaRPr lang="fr-FR" dirty="0" smtClean="0"/>
          </a:p>
          <a:p>
            <a:endParaRPr lang="fr-FR" dirty="0"/>
          </a:p>
        </p:txBody>
      </p:sp>
      <p:sp>
        <p:nvSpPr>
          <p:cNvPr id="9" name="Espace réservé du contenu 2"/>
          <p:cNvSpPr txBox="1">
            <a:spLocks/>
          </p:cNvSpPr>
          <p:nvPr/>
        </p:nvSpPr>
        <p:spPr>
          <a:xfrm>
            <a:off x="249038" y="1844824"/>
            <a:ext cx="7058025" cy="432048"/>
          </a:xfrm>
          <a:prstGeom prst="rect">
            <a:avLst/>
          </a:prstGeom>
        </p:spPr>
        <p:txBody>
          <a:bodyPr vert="horz" lIns="0" tIns="0" rIns="0" bIns="0" rtlCol="0">
            <a:normAutofit/>
          </a:bodyPr>
          <a:lstStyle>
            <a:lvl1pPr marL="194400" indent="-194400" algn="l" defTabSz="914400" rtl="0" eaLnBrk="1" fontAlgn="base" latinLnBrk="0" hangingPunct="1">
              <a:spcBef>
                <a:spcPct val="0"/>
              </a:spcBef>
              <a:spcAft>
                <a:spcPts val="60"/>
              </a:spcAft>
              <a:buClr>
                <a:srgbClr val="FF6600"/>
              </a:buClr>
              <a:buFont typeface="Wingdings" pitchFamily="2" charset="2"/>
              <a:buChar char="§"/>
              <a:defRPr lang="fr-FR" sz="1800" kern="1200" dirty="0" smtClean="0">
                <a:solidFill>
                  <a:schemeClr val="tx1"/>
                </a:solidFill>
                <a:latin typeface="Helvetica 55 Roman" pitchFamily="34" charset="0"/>
                <a:ea typeface="+mn-ea"/>
                <a:cs typeface="+mn-cs"/>
              </a:defRPr>
            </a:lvl1pPr>
            <a:lvl2pPr marL="74295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2pPr>
            <a:lvl3pPr marL="12446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3pPr>
            <a:lvl4pPr marL="16637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4pPr>
            <a:lvl5pPr marL="2057400" indent="-228600" algn="l" defTabSz="914400" rtl="0" eaLnBrk="1" fontAlgn="base" latinLnBrk="0" hangingPunct="1">
              <a:spcBef>
                <a:spcPct val="0"/>
              </a:spcBef>
              <a:buFont typeface="Helvetica 45 Light" pitchFamily="34" charset="0"/>
              <a:buChar char="–"/>
              <a:defRPr lang="fr-FR" sz="1600" kern="1200" dirty="0">
                <a:solidFill>
                  <a:schemeClr val="tx1"/>
                </a:solidFill>
                <a:latin typeface="Helvetica 55 Roman"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dirty="0" smtClean="0"/>
              <a:t>Dans un job </a:t>
            </a:r>
            <a:r>
              <a:rPr lang="fr-FR" dirty="0" err="1" smtClean="0"/>
              <a:t>jenkins</a:t>
            </a:r>
            <a:endParaRPr lang="fr-FR"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3356992"/>
            <a:ext cx="3419475" cy="1876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6" name="Groupe 15"/>
          <p:cNvGrpSpPr/>
          <p:nvPr/>
        </p:nvGrpSpPr>
        <p:grpSpPr>
          <a:xfrm>
            <a:off x="372334" y="764704"/>
            <a:ext cx="8466583" cy="618327"/>
            <a:chOff x="372334" y="764704"/>
            <a:chExt cx="8466583" cy="618327"/>
          </a:xfrm>
        </p:grpSpPr>
        <p:sp>
          <p:nvSpPr>
            <p:cNvPr id="17" name="Rectangle 16"/>
            <p:cNvSpPr/>
            <p:nvPr/>
          </p:nvSpPr>
          <p:spPr>
            <a:xfrm>
              <a:off x="372334" y="764704"/>
              <a:ext cx="8466583" cy="618327"/>
            </a:xfrm>
            <a:prstGeom prst="rect">
              <a:avLst/>
            </a:prstGeom>
            <a:solidFill>
              <a:schemeClr val="bg1">
                <a:lumMod val="85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p:cNvSpPr txBox="1"/>
            <p:nvPr/>
          </p:nvSpPr>
          <p:spPr>
            <a:xfrm>
              <a:off x="446876" y="798256"/>
              <a:ext cx="3357009" cy="584775"/>
            </a:xfrm>
            <a:prstGeom prst="rect">
              <a:avLst/>
            </a:prstGeom>
            <a:noFill/>
          </p:spPr>
          <p:txBody>
            <a:bodyPr wrap="none" rtlCol="0">
              <a:spAutoFit/>
            </a:bodyPr>
            <a:lstStyle/>
            <a:p>
              <a:r>
                <a:rPr lang="fr-FR" sz="1600" dirty="0" smtClean="0"/>
                <a:t>Prérequis : </a:t>
              </a:r>
            </a:p>
            <a:p>
              <a:r>
                <a:rPr lang="fr-FR" sz="1600" dirty="0" smtClean="0"/>
                <a:t>Avoir installé le plugin Jenkins 26D</a:t>
              </a:r>
              <a:endParaRPr lang="fr-FR" sz="1600" dirty="0"/>
            </a:p>
          </p:txBody>
        </p:sp>
      </p:grpSp>
    </p:spTree>
    <p:extLst>
      <p:ext uri="{BB962C8B-B14F-4D97-AF65-F5344CB8AC3E}">
        <p14:creationId xmlns:p14="http://schemas.microsoft.com/office/powerpoint/2010/main" val="5096944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988" y="1036886"/>
            <a:ext cx="7830436" cy="5704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itre 1"/>
          <p:cNvSpPr txBox="1">
            <a:spLocks/>
          </p:cNvSpPr>
          <p:nvPr/>
        </p:nvSpPr>
        <p:spPr>
          <a:xfrm>
            <a:off x="467544" y="116781"/>
            <a:ext cx="7894054" cy="719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5F1A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ctr" defTabSz="914400" rtl="0" eaLnBrk="1" latinLnBrk="0" hangingPunct="1">
              <a:spcBef>
                <a:spcPct val="0"/>
              </a:spcBef>
              <a:buNone/>
              <a:defRPr lang="fr-FR" sz="2400" kern="1200">
                <a:solidFill>
                  <a:srgbClr val="FF6600"/>
                </a:solidFill>
                <a:latin typeface="Helvetica 65 Medium" pitchFamily="34" charset="0"/>
                <a:ea typeface="+mj-ea"/>
                <a:cs typeface="+mj-cs"/>
              </a:defRPr>
            </a:lvl1pPr>
          </a:lstStyle>
          <a:p>
            <a:pPr algn="l"/>
            <a:r>
              <a:rPr lang="fr-FR" sz="3200" dirty="0" smtClean="0"/>
              <a:t>5.A - Mode dépôt via Jenkins</a:t>
            </a:r>
            <a:endParaRPr lang="fr-FR" sz="3200" dirty="0"/>
          </a:p>
        </p:txBody>
      </p:sp>
      <p:sp>
        <p:nvSpPr>
          <p:cNvPr id="3" name="Flèche gauche 2"/>
          <p:cNvSpPr/>
          <p:nvPr/>
        </p:nvSpPr>
        <p:spPr>
          <a:xfrm>
            <a:off x="2627784" y="1229380"/>
            <a:ext cx="4824536" cy="301526"/>
          </a:xfrm>
          <a:prstGeom prst="leftArrow">
            <a:avLst/>
          </a:prstGeom>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smtClean="0"/>
              <a:t>1-Renseigner la partie commune dépôt / téléchargement</a:t>
            </a:r>
            <a:endParaRPr lang="fr-FR" sz="1050" dirty="0"/>
          </a:p>
        </p:txBody>
      </p:sp>
      <p:sp>
        <p:nvSpPr>
          <p:cNvPr id="9" name="Flèche gauche 8"/>
          <p:cNvSpPr/>
          <p:nvPr/>
        </p:nvSpPr>
        <p:spPr>
          <a:xfrm>
            <a:off x="2015791" y="1549826"/>
            <a:ext cx="4824536" cy="301526"/>
          </a:xfrm>
          <a:prstGeom prst="leftArrow">
            <a:avLst/>
          </a:prstGeom>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smtClean="0"/>
              <a:t>2-Cliquer sur la configuration du dépôt</a:t>
            </a:r>
            <a:endParaRPr lang="fr-FR" sz="1050" dirty="0"/>
          </a:p>
        </p:txBody>
      </p:sp>
      <p:sp>
        <p:nvSpPr>
          <p:cNvPr id="10" name="Flèche gauche 9"/>
          <p:cNvSpPr/>
          <p:nvPr/>
        </p:nvSpPr>
        <p:spPr>
          <a:xfrm>
            <a:off x="2771800" y="2276872"/>
            <a:ext cx="4824536" cy="301526"/>
          </a:xfrm>
          <a:prstGeom prst="leftArrow">
            <a:avLst/>
          </a:prstGeom>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smtClean="0"/>
              <a:t>3-Renseigner la partie commune à tous les dépôts</a:t>
            </a:r>
            <a:endParaRPr lang="fr-FR" sz="1050" dirty="0"/>
          </a:p>
        </p:txBody>
      </p:sp>
      <p:sp>
        <p:nvSpPr>
          <p:cNvPr id="11" name="Flèche gauche 10"/>
          <p:cNvSpPr/>
          <p:nvPr/>
        </p:nvSpPr>
        <p:spPr>
          <a:xfrm>
            <a:off x="2760828" y="4653136"/>
            <a:ext cx="4824536" cy="301526"/>
          </a:xfrm>
          <a:prstGeom prst="leftArrow">
            <a:avLst/>
          </a:prstGeom>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smtClean="0"/>
              <a:t>4-Ajouter des produit logiciels et renseigner les informations</a:t>
            </a:r>
            <a:endParaRPr lang="fr-FR" sz="1050" dirty="0"/>
          </a:p>
        </p:txBody>
      </p:sp>
    </p:spTree>
    <p:extLst>
      <p:ext uri="{BB962C8B-B14F-4D97-AF65-F5344CB8AC3E}">
        <p14:creationId xmlns:p14="http://schemas.microsoft.com/office/powerpoint/2010/main" val="5408535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16781"/>
            <a:ext cx="8244911" cy="647923"/>
          </a:xfrm>
        </p:spPr>
        <p:txBody>
          <a:bodyPr/>
          <a:lstStyle/>
          <a:p>
            <a:pPr algn="l"/>
            <a:r>
              <a:rPr lang="fr-FR" sz="3200" dirty="0" smtClean="0"/>
              <a:t>5.B- </a:t>
            </a:r>
            <a:r>
              <a:rPr lang="fr-FR" sz="3200" dirty="0"/>
              <a:t>Mode dépôt via Pipeline</a:t>
            </a:r>
          </a:p>
        </p:txBody>
      </p:sp>
      <p:sp>
        <p:nvSpPr>
          <p:cNvPr id="3" name="Espace réservé du contenu 2"/>
          <p:cNvSpPr>
            <a:spLocks noGrp="1"/>
          </p:cNvSpPr>
          <p:nvPr>
            <p:ph idx="1"/>
          </p:nvPr>
        </p:nvSpPr>
        <p:spPr>
          <a:xfrm>
            <a:off x="611560" y="731837"/>
            <a:ext cx="7776864" cy="5289451"/>
          </a:xfrm>
        </p:spPr>
        <p:txBody>
          <a:bodyPr/>
          <a:lstStyle/>
          <a:p>
            <a:r>
              <a:rPr lang="fr-FR" dirty="0" smtClean="0"/>
              <a:t>Utiliser </a:t>
            </a:r>
            <a:r>
              <a:rPr lang="fr-FR" dirty="0"/>
              <a:t>la </a:t>
            </a:r>
            <a:r>
              <a:rPr lang="fr-FR" dirty="0" smtClean="0"/>
              <a:t>fonction « repo26D »</a:t>
            </a:r>
          </a:p>
          <a:p>
            <a:r>
              <a:rPr lang="fr-FR" dirty="0" smtClean="0"/>
              <a:t>Vous pouvez ajouter autant de « </a:t>
            </a:r>
            <a:r>
              <a:rPr lang="fr-FR" dirty="0" err="1" smtClean="0"/>
              <a:t>produitsLogiciels</a:t>
            </a:r>
            <a:r>
              <a:rPr lang="fr-FR" dirty="0" smtClean="0"/>
              <a:t> » que nécessaire</a:t>
            </a:r>
          </a:p>
          <a:p>
            <a:r>
              <a:rPr lang="fr-FR" dirty="0" smtClean="0"/>
              <a:t>Exemple de pipeline :</a:t>
            </a:r>
          </a:p>
          <a:p>
            <a:endParaRPr lang="fr-FR" dirty="0" smtClean="0"/>
          </a:p>
          <a:p>
            <a:endParaRPr lang="fr-FR" dirty="0"/>
          </a:p>
          <a:p>
            <a:endParaRPr lang="fr-FR" dirty="0"/>
          </a:p>
        </p:txBody>
      </p:sp>
      <p:sp>
        <p:nvSpPr>
          <p:cNvPr id="4" name="ZoneTexte 3"/>
          <p:cNvSpPr txBox="1"/>
          <p:nvPr/>
        </p:nvSpPr>
        <p:spPr>
          <a:xfrm>
            <a:off x="1115616" y="1988840"/>
            <a:ext cx="6192688" cy="4795498"/>
          </a:xfrm>
          <a:prstGeom prst="rect">
            <a:avLst/>
          </a:prstGeom>
          <a:solidFill>
            <a:schemeClr val="tx1"/>
          </a:solidFill>
        </p:spPr>
        <p:txBody>
          <a:bodyPr wrap="square" lIns="180000" tIns="180000" rIns="180000" bIns="180000" rtlCol="0">
            <a:spAutoFit/>
          </a:bodyPr>
          <a:lstStyle/>
          <a:p>
            <a:r>
              <a:rPr lang="fr-FR" sz="900" dirty="0" smtClean="0">
                <a:solidFill>
                  <a:schemeClr val="bg1"/>
                </a:solidFill>
                <a:latin typeface="Courier New" panose="02070309020205020404" pitchFamily="49" charset="0"/>
                <a:cs typeface="Courier New" panose="02070309020205020404" pitchFamily="49" charset="0"/>
              </a:rPr>
              <a:t>stage </a:t>
            </a:r>
            <a:r>
              <a:rPr lang="fr-FR" sz="900" dirty="0">
                <a:solidFill>
                  <a:schemeClr val="bg1"/>
                </a:solidFill>
                <a:latin typeface="Courier New" panose="02070309020205020404" pitchFamily="49" charset="0"/>
                <a:cs typeface="Courier New" panose="02070309020205020404" pitchFamily="49" charset="0"/>
              </a:rPr>
              <a:t>('</a:t>
            </a:r>
            <a:r>
              <a:rPr lang="fr-FR" sz="900" dirty="0" err="1">
                <a:solidFill>
                  <a:schemeClr val="bg1"/>
                </a:solidFill>
                <a:latin typeface="Courier New" panose="02070309020205020404" pitchFamily="49" charset="0"/>
                <a:cs typeface="Courier New" panose="02070309020205020404" pitchFamily="49" charset="0"/>
              </a:rPr>
              <a:t>Prepare</a:t>
            </a:r>
            <a:r>
              <a:rPr lang="fr-FR" sz="900" dirty="0">
                <a:solidFill>
                  <a:schemeClr val="bg1"/>
                </a:solidFill>
                <a:latin typeface="Courier New" panose="02070309020205020404" pitchFamily="49" charset="0"/>
                <a:cs typeface="Courier New" panose="02070309020205020404" pitchFamily="49" charset="0"/>
              </a:rPr>
              <a:t>') {</a:t>
            </a:r>
          </a:p>
          <a:p>
            <a:r>
              <a:rPr lang="fr-FR" sz="900" dirty="0">
                <a:solidFill>
                  <a:schemeClr val="bg1"/>
                </a:solidFill>
                <a:latin typeface="Courier New" panose="02070309020205020404" pitchFamily="49" charset="0"/>
                <a:cs typeface="Courier New" panose="02070309020205020404" pitchFamily="49" charset="0"/>
              </a:rPr>
              <a:t>    </a:t>
            </a:r>
            <a:r>
              <a:rPr lang="fr-FR" sz="900" dirty="0" err="1">
                <a:solidFill>
                  <a:schemeClr val="bg1"/>
                </a:solidFill>
                <a:latin typeface="Courier New" panose="02070309020205020404" pitchFamily="49" charset="0"/>
                <a:cs typeface="Courier New" panose="02070309020205020404" pitchFamily="49" charset="0"/>
              </a:rPr>
              <a:t>node</a:t>
            </a:r>
            <a:r>
              <a:rPr lang="fr-FR" sz="900" dirty="0">
                <a:solidFill>
                  <a:schemeClr val="bg1"/>
                </a:solidFill>
                <a:latin typeface="Courier New" panose="02070309020205020404" pitchFamily="49" charset="0"/>
                <a:cs typeface="Courier New" panose="02070309020205020404" pitchFamily="49" charset="0"/>
              </a:rPr>
              <a:t>() {</a:t>
            </a:r>
          </a:p>
          <a:p>
            <a:r>
              <a:rPr lang="fr-FR" sz="900" dirty="0">
                <a:solidFill>
                  <a:schemeClr val="bg1"/>
                </a:solidFill>
                <a:latin typeface="Courier New" panose="02070309020205020404" pitchFamily="49" charset="0"/>
                <a:cs typeface="Courier New" panose="02070309020205020404" pitchFamily="49" charset="0"/>
              </a:rPr>
              <a:t>        //-- Nettoyage du </a:t>
            </a:r>
            <a:r>
              <a:rPr lang="fr-FR" sz="900" dirty="0" err="1">
                <a:solidFill>
                  <a:schemeClr val="bg1"/>
                </a:solidFill>
                <a:latin typeface="Courier New" panose="02070309020205020404" pitchFamily="49" charset="0"/>
                <a:cs typeface="Courier New" panose="02070309020205020404" pitchFamily="49" charset="0"/>
              </a:rPr>
              <a:t>workspace</a:t>
            </a:r>
            <a:r>
              <a:rPr lang="fr-FR" sz="900" dirty="0">
                <a:solidFill>
                  <a:schemeClr val="bg1"/>
                </a:solidFill>
                <a:latin typeface="Courier New" panose="02070309020205020404" pitchFamily="49" charset="0"/>
                <a:cs typeface="Courier New" panose="02070309020205020404" pitchFamily="49" charset="0"/>
              </a:rPr>
              <a:t> --</a:t>
            </a:r>
          </a:p>
          <a:p>
            <a:r>
              <a:rPr lang="fr-FR" sz="900" dirty="0">
                <a:solidFill>
                  <a:schemeClr val="bg1"/>
                </a:solidFill>
                <a:latin typeface="Courier New" panose="02070309020205020404" pitchFamily="49" charset="0"/>
                <a:cs typeface="Courier New" panose="02070309020205020404" pitchFamily="49" charset="0"/>
              </a:rPr>
              <a:t>        </a:t>
            </a:r>
            <a:r>
              <a:rPr lang="fr-FR" sz="900" dirty="0" err="1">
                <a:solidFill>
                  <a:schemeClr val="bg1"/>
                </a:solidFill>
                <a:latin typeface="Courier New" panose="02070309020205020404" pitchFamily="49" charset="0"/>
                <a:cs typeface="Courier New" panose="02070309020205020404" pitchFamily="49" charset="0"/>
              </a:rPr>
              <a:t>step</a:t>
            </a:r>
            <a:r>
              <a:rPr lang="fr-FR" sz="900" dirty="0">
                <a:solidFill>
                  <a:schemeClr val="bg1"/>
                </a:solidFill>
                <a:latin typeface="Courier New" panose="02070309020205020404" pitchFamily="49" charset="0"/>
                <a:cs typeface="Courier New" panose="02070309020205020404" pitchFamily="49" charset="0"/>
              </a:rPr>
              <a:t>([$class: '</a:t>
            </a:r>
            <a:r>
              <a:rPr lang="fr-FR" sz="900" dirty="0" err="1">
                <a:solidFill>
                  <a:schemeClr val="bg1"/>
                </a:solidFill>
                <a:latin typeface="Courier New" panose="02070309020205020404" pitchFamily="49" charset="0"/>
                <a:cs typeface="Courier New" panose="02070309020205020404" pitchFamily="49" charset="0"/>
              </a:rPr>
              <a:t>WsCleanup</a:t>
            </a:r>
            <a:r>
              <a:rPr lang="fr-FR" sz="900" dirty="0">
                <a:solidFill>
                  <a:schemeClr val="bg1"/>
                </a:solidFill>
                <a:latin typeface="Courier New" panose="02070309020205020404" pitchFamily="49" charset="0"/>
                <a:cs typeface="Courier New" panose="02070309020205020404" pitchFamily="49" charset="0"/>
              </a:rPr>
              <a:t>'])</a:t>
            </a:r>
          </a:p>
          <a:p>
            <a:r>
              <a:rPr lang="fr-FR" sz="900" dirty="0">
                <a:solidFill>
                  <a:schemeClr val="bg1"/>
                </a:solidFill>
                <a:latin typeface="Courier New" panose="02070309020205020404" pitchFamily="49" charset="0"/>
                <a:cs typeface="Courier New" panose="02070309020205020404" pitchFamily="49" charset="0"/>
              </a:rPr>
              <a:t>    }</a:t>
            </a:r>
          </a:p>
          <a:p>
            <a:r>
              <a:rPr lang="fr-FR" sz="900" dirty="0">
                <a:solidFill>
                  <a:schemeClr val="bg1"/>
                </a:solidFill>
                <a:latin typeface="Courier New" panose="02070309020205020404" pitchFamily="49" charset="0"/>
                <a:cs typeface="Courier New" panose="02070309020205020404" pitchFamily="49" charset="0"/>
              </a:rPr>
              <a:t>}</a:t>
            </a:r>
          </a:p>
          <a:p>
            <a:endParaRPr lang="fr-FR" sz="900" dirty="0">
              <a:solidFill>
                <a:schemeClr val="bg1"/>
              </a:solidFill>
              <a:latin typeface="Courier New" panose="02070309020205020404" pitchFamily="49" charset="0"/>
              <a:cs typeface="Courier New" panose="02070309020205020404" pitchFamily="49" charset="0"/>
            </a:endParaRPr>
          </a:p>
          <a:p>
            <a:r>
              <a:rPr lang="fr-FR" sz="900" dirty="0">
                <a:solidFill>
                  <a:schemeClr val="bg1"/>
                </a:solidFill>
                <a:latin typeface="Courier New" panose="02070309020205020404" pitchFamily="49" charset="0"/>
                <a:cs typeface="Courier New" panose="02070309020205020404" pitchFamily="49" charset="0"/>
              </a:rPr>
              <a:t>stage</a:t>
            </a:r>
            <a:r>
              <a:rPr lang="fr-FR" sz="900" dirty="0" smtClean="0">
                <a:solidFill>
                  <a:schemeClr val="bg1"/>
                </a:solidFill>
                <a:latin typeface="Courier New" panose="02070309020205020404" pitchFamily="49" charset="0"/>
                <a:cs typeface="Courier New" panose="02070309020205020404" pitchFamily="49" charset="0"/>
              </a:rPr>
              <a:t>('copie paquet dans 26D'){</a:t>
            </a:r>
            <a:endParaRPr lang="fr-FR" sz="900" dirty="0">
              <a:solidFill>
                <a:schemeClr val="bg1"/>
              </a:solidFill>
              <a:latin typeface="Courier New" panose="02070309020205020404" pitchFamily="49" charset="0"/>
              <a:cs typeface="Courier New" panose="02070309020205020404" pitchFamily="49" charset="0"/>
            </a:endParaRPr>
          </a:p>
          <a:p>
            <a:r>
              <a:rPr lang="fr-FR" sz="900" dirty="0">
                <a:solidFill>
                  <a:schemeClr val="bg1"/>
                </a:solidFill>
                <a:latin typeface="Courier New" panose="02070309020205020404" pitchFamily="49" charset="0"/>
                <a:cs typeface="Courier New" panose="02070309020205020404" pitchFamily="49" charset="0"/>
              </a:rPr>
              <a:t>    </a:t>
            </a:r>
            <a:r>
              <a:rPr lang="fr-FR" sz="900" dirty="0" err="1">
                <a:solidFill>
                  <a:schemeClr val="bg1"/>
                </a:solidFill>
                <a:latin typeface="Courier New" panose="02070309020205020404" pitchFamily="49" charset="0"/>
                <a:cs typeface="Courier New" panose="02070309020205020404" pitchFamily="49" charset="0"/>
              </a:rPr>
              <a:t>node</a:t>
            </a:r>
            <a:r>
              <a:rPr lang="fr-FR" sz="900" dirty="0">
                <a:solidFill>
                  <a:schemeClr val="bg1"/>
                </a:solidFill>
                <a:latin typeface="Courier New" panose="02070309020205020404" pitchFamily="49" charset="0"/>
                <a:cs typeface="Courier New" panose="02070309020205020404" pitchFamily="49" charset="0"/>
              </a:rPr>
              <a:t>() {</a:t>
            </a:r>
          </a:p>
          <a:p>
            <a:r>
              <a:rPr lang="fr-FR" sz="900" dirty="0">
                <a:solidFill>
                  <a:schemeClr val="bg1"/>
                </a:solidFill>
                <a:latin typeface="Courier New" panose="02070309020205020404" pitchFamily="49" charset="0"/>
                <a:cs typeface="Courier New" panose="02070309020205020404" pitchFamily="49" charset="0"/>
              </a:rPr>
              <a:t>        repo26D (</a:t>
            </a:r>
          </a:p>
          <a:p>
            <a:r>
              <a:rPr lang="fr-FR" sz="900" dirty="0">
                <a:solidFill>
                  <a:schemeClr val="bg1"/>
                </a:solidFill>
                <a:latin typeface="Courier New" panose="02070309020205020404" pitchFamily="49" charset="0"/>
                <a:cs typeface="Courier New" panose="02070309020205020404" pitchFamily="49" charset="0"/>
              </a:rPr>
              <a:t>   </a:t>
            </a:r>
            <a:r>
              <a:rPr lang="fr-FR" sz="900" dirty="0" smtClean="0">
                <a:solidFill>
                  <a:schemeClr val="bg1"/>
                </a:solidFill>
                <a:latin typeface="Courier New" panose="02070309020205020404" pitchFamily="49" charset="0"/>
                <a:cs typeface="Courier New" panose="02070309020205020404" pitchFamily="49" charset="0"/>
              </a:rPr>
              <a:t>         </a:t>
            </a:r>
            <a:r>
              <a:rPr lang="fr-FR" sz="900" dirty="0" err="1" smtClean="0">
                <a:solidFill>
                  <a:schemeClr val="bg1"/>
                </a:solidFill>
                <a:latin typeface="Courier New" panose="02070309020205020404" pitchFamily="49" charset="0"/>
                <a:cs typeface="Courier New" panose="02070309020205020404" pitchFamily="49" charset="0"/>
              </a:rPr>
              <a:t>codeBasicat</a:t>
            </a:r>
            <a:r>
              <a:rPr lang="fr-FR" sz="900" dirty="0">
                <a:solidFill>
                  <a:schemeClr val="bg1"/>
                </a:solidFill>
                <a:latin typeface="Courier New" panose="02070309020205020404" pitchFamily="49" charset="0"/>
                <a:cs typeface="Courier New" panose="02070309020205020404" pitchFamily="49" charset="0"/>
              </a:rPr>
              <a:t>: 'CGL</a:t>
            </a:r>
            <a:r>
              <a:rPr lang="fr-FR" sz="900" dirty="0" smtClean="0">
                <a:solidFill>
                  <a:schemeClr val="bg1"/>
                </a:solidFill>
                <a:latin typeface="Courier New" panose="02070309020205020404" pitchFamily="49" charset="0"/>
                <a:cs typeface="Courier New" panose="02070309020205020404" pitchFamily="49" charset="0"/>
              </a:rPr>
              <a:t>',            </a:t>
            </a:r>
            <a:endParaRPr lang="fr-FR" sz="900" dirty="0">
              <a:solidFill>
                <a:schemeClr val="bg1"/>
              </a:solidFill>
              <a:latin typeface="Courier New" panose="02070309020205020404" pitchFamily="49" charset="0"/>
              <a:cs typeface="Courier New" panose="02070309020205020404" pitchFamily="49" charset="0"/>
            </a:endParaRPr>
          </a:p>
          <a:p>
            <a:r>
              <a:rPr lang="fr-FR" sz="900" dirty="0" smtClean="0">
                <a:solidFill>
                  <a:schemeClr val="bg1"/>
                </a:solidFill>
                <a:latin typeface="Courier New" panose="02070309020205020404" pitchFamily="49" charset="0"/>
                <a:cs typeface="Courier New" panose="02070309020205020404" pitchFamily="49" charset="0"/>
              </a:rPr>
              <a:t>            </a:t>
            </a:r>
            <a:r>
              <a:rPr lang="fr-FR" sz="900" dirty="0" err="1">
                <a:solidFill>
                  <a:schemeClr val="bg1"/>
                </a:solidFill>
                <a:latin typeface="Courier New" panose="02070309020205020404" pitchFamily="49" charset="0"/>
                <a:cs typeface="Courier New" panose="02070309020205020404" pitchFamily="49" charset="0"/>
              </a:rPr>
              <a:t>depotConfig</a:t>
            </a:r>
            <a:r>
              <a:rPr lang="fr-FR" sz="900" dirty="0">
                <a:solidFill>
                  <a:schemeClr val="bg1"/>
                </a:solidFill>
                <a:latin typeface="Courier New" panose="02070309020205020404" pitchFamily="49" charset="0"/>
                <a:cs typeface="Courier New" panose="02070309020205020404" pitchFamily="49" charset="0"/>
              </a:rPr>
              <a:t>:</a:t>
            </a:r>
          </a:p>
          <a:p>
            <a:r>
              <a:rPr lang="fr-FR" sz="900" dirty="0" smtClean="0">
                <a:solidFill>
                  <a:schemeClr val="bg1"/>
                </a:solidFill>
                <a:latin typeface="Courier New" panose="02070309020205020404" pitchFamily="49" charset="0"/>
                <a:cs typeface="Courier New" panose="02070309020205020404" pitchFamily="49" charset="0"/>
              </a:rPr>
              <a:t>            </a:t>
            </a:r>
            <a:r>
              <a:rPr lang="fr-FR" sz="900" dirty="0">
                <a:solidFill>
                  <a:schemeClr val="bg1"/>
                </a:solidFill>
                <a:latin typeface="Courier New" panose="02070309020205020404" pitchFamily="49" charset="0"/>
                <a:cs typeface="Courier New" panose="02070309020205020404" pitchFamily="49" charset="0"/>
              </a:rPr>
              <a:t>[</a:t>
            </a:r>
          </a:p>
          <a:p>
            <a:r>
              <a:rPr lang="fr-FR" sz="900" dirty="0" smtClean="0">
                <a:solidFill>
                  <a:schemeClr val="bg1"/>
                </a:solidFill>
                <a:latin typeface="Courier New" panose="02070309020205020404" pitchFamily="49" charset="0"/>
                <a:cs typeface="Courier New" panose="02070309020205020404" pitchFamily="49" charset="0"/>
              </a:rPr>
              <a:t>               </a:t>
            </a:r>
            <a:r>
              <a:rPr lang="fr-FR" sz="900" dirty="0" err="1">
                <a:solidFill>
                  <a:schemeClr val="bg1"/>
                </a:solidFill>
                <a:latin typeface="Courier New" panose="02070309020205020404" pitchFamily="49" charset="0"/>
                <a:cs typeface="Courier New" panose="02070309020205020404" pitchFamily="49" charset="0"/>
              </a:rPr>
              <a:t>descriptionLivraison</a:t>
            </a:r>
            <a:r>
              <a:rPr lang="fr-FR" sz="900" dirty="0">
                <a:solidFill>
                  <a:schemeClr val="bg1"/>
                </a:solidFill>
                <a:latin typeface="Courier New" panose="02070309020205020404" pitchFamily="49" charset="0"/>
                <a:cs typeface="Courier New" panose="02070309020205020404" pitchFamily="49" charset="0"/>
              </a:rPr>
              <a:t>:'</a:t>
            </a:r>
            <a:r>
              <a:rPr lang="fr-FR" sz="900" dirty="0" err="1">
                <a:solidFill>
                  <a:schemeClr val="bg1"/>
                </a:solidFill>
                <a:latin typeface="Courier New" panose="02070309020205020404" pitchFamily="49" charset="0"/>
                <a:cs typeface="Courier New" panose="02070309020205020404" pitchFamily="49" charset="0"/>
              </a:rPr>
              <a:t>MaReferenceLivraison</a:t>
            </a:r>
            <a:r>
              <a:rPr lang="fr-FR" sz="900" dirty="0">
                <a:solidFill>
                  <a:schemeClr val="bg1"/>
                </a:solidFill>
                <a:latin typeface="Courier New" panose="02070309020205020404" pitchFamily="49" charset="0"/>
                <a:cs typeface="Courier New" panose="02070309020205020404" pitchFamily="49" charset="0"/>
              </a:rPr>
              <a:t>',</a:t>
            </a:r>
          </a:p>
          <a:p>
            <a:r>
              <a:rPr lang="fr-FR" sz="900" dirty="0" smtClean="0">
                <a:solidFill>
                  <a:schemeClr val="bg1"/>
                </a:solidFill>
                <a:latin typeface="Courier New" panose="02070309020205020404" pitchFamily="49" charset="0"/>
                <a:cs typeface="Courier New" panose="02070309020205020404" pitchFamily="49" charset="0"/>
              </a:rPr>
              <a:t>               </a:t>
            </a:r>
            <a:r>
              <a:rPr lang="fr-FR" sz="900" dirty="0" err="1">
                <a:solidFill>
                  <a:schemeClr val="bg1"/>
                </a:solidFill>
                <a:latin typeface="Courier New" panose="02070309020205020404" pitchFamily="49" charset="0"/>
                <a:cs typeface="Courier New" panose="02070309020205020404" pitchFamily="49" charset="0"/>
              </a:rPr>
              <a:t>email:'test@test.com</a:t>
            </a:r>
            <a:r>
              <a:rPr lang="fr-FR" sz="900" dirty="0">
                <a:solidFill>
                  <a:schemeClr val="bg1"/>
                </a:solidFill>
                <a:latin typeface="Courier New" panose="02070309020205020404" pitchFamily="49" charset="0"/>
                <a:cs typeface="Courier New" panose="02070309020205020404" pitchFamily="49" charset="0"/>
              </a:rPr>
              <a:t>',</a:t>
            </a:r>
          </a:p>
          <a:p>
            <a:r>
              <a:rPr lang="fr-FR" sz="900" dirty="0" smtClean="0">
                <a:solidFill>
                  <a:schemeClr val="bg1"/>
                </a:solidFill>
                <a:latin typeface="Courier New" panose="02070309020205020404" pitchFamily="49" charset="0"/>
                <a:cs typeface="Courier New" panose="02070309020205020404" pitchFamily="49" charset="0"/>
              </a:rPr>
              <a:t>               </a:t>
            </a:r>
            <a:r>
              <a:rPr lang="fr-FR" sz="900" dirty="0">
                <a:solidFill>
                  <a:schemeClr val="bg1"/>
                </a:solidFill>
                <a:latin typeface="Courier New" panose="02070309020205020404" pitchFamily="49" charset="0"/>
                <a:cs typeface="Courier New" panose="02070309020205020404" pitchFamily="49" charset="0"/>
              </a:rPr>
              <a:t>etape:'12',</a:t>
            </a:r>
          </a:p>
          <a:p>
            <a:r>
              <a:rPr lang="fr-FR" sz="900" dirty="0" smtClean="0">
                <a:solidFill>
                  <a:schemeClr val="bg1"/>
                </a:solidFill>
                <a:latin typeface="Courier New" panose="02070309020205020404" pitchFamily="49" charset="0"/>
                <a:cs typeface="Courier New" panose="02070309020205020404" pitchFamily="49" charset="0"/>
              </a:rPr>
              <a:t>               </a:t>
            </a:r>
            <a:r>
              <a:rPr lang="fr-FR" sz="900" dirty="0">
                <a:solidFill>
                  <a:schemeClr val="bg1"/>
                </a:solidFill>
                <a:latin typeface="Courier New" panose="02070309020205020404" pitchFamily="49" charset="0"/>
                <a:cs typeface="Courier New" panose="02070309020205020404" pitchFamily="49" charset="0"/>
              </a:rPr>
              <a:t>goroco:'G01R01C01' ,</a:t>
            </a:r>
          </a:p>
          <a:p>
            <a:r>
              <a:rPr lang="fr-FR" sz="900" dirty="0" smtClean="0">
                <a:solidFill>
                  <a:schemeClr val="bg1"/>
                </a:solidFill>
                <a:latin typeface="Courier New" panose="02070309020205020404" pitchFamily="49" charset="0"/>
                <a:cs typeface="Courier New" panose="02070309020205020404" pitchFamily="49" charset="0"/>
              </a:rPr>
              <a:t>               </a:t>
            </a:r>
            <a:r>
              <a:rPr lang="fr-FR" sz="900" dirty="0" err="1">
                <a:solidFill>
                  <a:schemeClr val="bg1"/>
                </a:solidFill>
                <a:latin typeface="Courier New" panose="02070309020205020404" pitchFamily="49" charset="0"/>
                <a:cs typeface="Courier New" panose="02070309020205020404" pitchFamily="49" charset="0"/>
              </a:rPr>
              <a:t>typeLivraison</a:t>
            </a:r>
            <a:r>
              <a:rPr lang="fr-FR" sz="900" dirty="0">
                <a:solidFill>
                  <a:schemeClr val="bg1"/>
                </a:solidFill>
                <a:latin typeface="Courier New" panose="02070309020205020404" pitchFamily="49" charset="0"/>
                <a:cs typeface="Courier New" panose="02070309020205020404" pitchFamily="49" charset="0"/>
              </a:rPr>
              <a:t>:'TOTALE',</a:t>
            </a:r>
          </a:p>
          <a:p>
            <a:r>
              <a:rPr lang="fr-FR" sz="900" dirty="0" smtClean="0">
                <a:solidFill>
                  <a:schemeClr val="bg1"/>
                </a:solidFill>
                <a:latin typeface="Courier New" panose="02070309020205020404" pitchFamily="49" charset="0"/>
                <a:cs typeface="Courier New" panose="02070309020205020404" pitchFamily="49" charset="0"/>
              </a:rPr>
              <a:t>               </a:t>
            </a:r>
            <a:r>
              <a:rPr lang="fr-FR" sz="900" dirty="0">
                <a:solidFill>
                  <a:schemeClr val="bg1"/>
                </a:solidFill>
                <a:latin typeface="Courier New" panose="02070309020205020404" pitchFamily="49" charset="0"/>
                <a:cs typeface="Courier New" panose="02070309020205020404" pitchFamily="49" charset="0"/>
              </a:rPr>
              <a:t>typeVersion:'2'</a:t>
            </a:r>
          </a:p>
          <a:p>
            <a:r>
              <a:rPr lang="fr-FR" sz="900" dirty="0" smtClean="0">
                <a:solidFill>
                  <a:schemeClr val="bg1"/>
                </a:solidFill>
                <a:latin typeface="Courier New" panose="02070309020205020404" pitchFamily="49" charset="0"/>
                <a:cs typeface="Courier New" panose="02070309020205020404" pitchFamily="49" charset="0"/>
              </a:rPr>
              <a:t>               </a:t>
            </a:r>
            <a:r>
              <a:rPr lang="fr-FR" sz="900" dirty="0" err="1">
                <a:solidFill>
                  <a:schemeClr val="bg1"/>
                </a:solidFill>
                <a:latin typeface="Courier New" panose="02070309020205020404" pitchFamily="49" charset="0"/>
                <a:cs typeface="Courier New" panose="02070309020205020404" pitchFamily="49" charset="0"/>
              </a:rPr>
              <a:t>produitsLogiciels</a:t>
            </a:r>
            <a:r>
              <a:rPr lang="fr-FR" sz="900" dirty="0">
                <a:solidFill>
                  <a:schemeClr val="bg1"/>
                </a:solidFill>
                <a:latin typeface="Courier New" panose="02070309020205020404" pitchFamily="49" charset="0"/>
                <a:cs typeface="Courier New" panose="02070309020205020404" pitchFamily="49" charset="0"/>
              </a:rPr>
              <a:t>:</a:t>
            </a:r>
          </a:p>
          <a:p>
            <a:r>
              <a:rPr lang="fr-FR" sz="900" dirty="0">
                <a:solidFill>
                  <a:schemeClr val="bg1"/>
                </a:solidFill>
                <a:latin typeface="Courier New" panose="02070309020205020404" pitchFamily="49" charset="0"/>
                <a:cs typeface="Courier New" panose="02070309020205020404" pitchFamily="49" charset="0"/>
              </a:rPr>
              <a:t> </a:t>
            </a:r>
            <a:r>
              <a:rPr lang="fr-FR" sz="900" dirty="0" smtClean="0">
                <a:solidFill>
                  <a:schemeClr val="bg1"/>
                </a:solidFill>
                <a:latin typeface="Courier New" panose="02070309020205020404" pitchFamily="49" charset="0"/>
                <a:cs typeface="Courier New" panose="02070309020205020404" pitchFamily="49" charset="0"/>
              </a:rPr>
              <a:t>              </a:t>
            </a:r>
            <a:r>
              <a:rPr lang="fr-FR" sz="900" dirty="0">
                <a:solidFill>
                  <a:schemeClr val="bg1"/>
                </a:solidFill>
                <a:latin typeface="Courier New" panose="02070309020205020404" pitchFamily="49" charset="0"/>
                <a:cs typeface="Courier New" panose="02070309020205020404" pitchFamily="49" charset="0"/>
              </a:rPr>
              <a:t>[[</a:t>
            </a:r>
          </a:p>
          <a:p>
            <a:r>
              <a:rPr lang="fr-FR" sz="900" dirty="0" smtClean="0">
                <a:solidFill>
                  <a:schemeClr val="bg1"/>
                </a:solidFill>
                <a:latin typeface="Courier New" panose="02070309020205020404" pitchFamily="49" charset="0"/>
                <a:cs typeface="Courier New" panose="02070309020205020404" pitchFamily="49" charset="0"/>
              </a:rPr>
              <a:t>                   </a:t>
            </a:r>
            <a:r>
              <a:rPr lang="fr-FR" sz="900" dirty="0">
                <a:solidFill>
                  <a:schemeClr val="bg1"/>
                </a:solidFill>
                <a:latin typeface="Courier New" panose="02070309020205020404" pitchFamily="49" charset="0"/>
                <a:cs typeface="Courier New" panose="02070309020205020404" pitchFamily="49" charset="0"/>
              </a:rPr>
              <a:t>archiveLocationPL:'PA-26G-WAS-G05R04C07.tar',</a:t>
            </a:r>
          </a:p>
          <a:p>
            <a:r>
              <a:rPr lang="fr-FR" sz="900" dirty="0" smtClean="0">
                <a:solidFill>
                  <a:schemeClr val="bg1"/>
                </a:solidFill>
                <a:latin typeface="Courier New" panose="02070309020205020404" pitchFamily="49" charset="0"/>
                <a:cs typeface="Courier New" panose="02070309020205020404" pitchFamily="49" charset="0"/>
              </a:rPr>
              <a:t>                   </a:t>
            </a:r>
            <a:r>
              <a:rPr lang="fr-FR" sz="900" dirty="0" err="1">
                <a:solidFill>
                  <a:schemeClr val="bg1"/>
                </a:solidFill>
                <a:latin typeface="Courier New" panose="02070309020205020404" pitchFamily="49" charset="0"/>
                <a:cs typeface="Courier New" panose="02070309020205020404" pitchFamily="49" charset="0"/>
              </a:rPr>
              <a:t>commentairePL</a:t>
            </a:r>
            <a:r>
              <a:rPr lang="fr-FR" sz="900" dirty="0">
                <a:solidFill>
                  <a:schemeClr val="bg1"/>
                </a:solidFill>
                <a:latin typeface="Courier New" panose="02070309020205020404" pitchFamily="49" charset="0"/>
                <a:cs typeface="Courier New" panose="02070309020205020404" pitchFamily="49" charset="0"/>
              </a:rPr>
              <a:t>:'</a:t>
            </a:r>
            <a:r>
              <a:rPr lang="fr-FR" sz="900" dirty="0" err="1">
                <a:solidFill>
                  <a:schemeClr val="bg1"/>
                </a:solidFill>
                <a:latin typeface="Courier New" panose="02070309020205020404" pitchFamily="49" charset="0"/>
                <a:cs typeface="Courier New" panose="02070309020205020404" pitchFamily="49" charset="0"/>
              </a:rPr>
              <a:t>MonCommentaire</a:t>
            </a:r>
            <a:r>
              <a:rPr lang="fr-FR" sz="900" dirty="0">
                <a:solidFill>
                  <a:schemeClr val="bg1"/>
                </a:solidFill>
                <a:latin typeface="Courier New" panose="02070309020205020404" pitchFamily="49" charset="0"/>
                <a:cs typeface="Courier New" panose="02070309020205020404" pitchFamily="49" charset="0"/>
              </a:rPr>
              <a:t>',</a:t>
            </a:r>
          </a:p>
          <a:p>
            <a:r>
              <a:rPr lang="fr-FR" sz="900" dirty="0" smtClean="0">
                <a:solidFill>
                  <a:schemeClr val="bg1"/>
                </a:solidFill>
                <a:latin typeface="Courier New" panose="02070309020205020404" pitchFamily="49" charset="0"/>
                <a:cs typeface="Courier New" panose="02070309020205020404" pitchFamily="49" charset="0"/>
              </a:rPr>
              <a:t>                   </a:t>
            </a:r>
            <a:r>
              <a:rPr lang="fr-FR" sz="900" dirty="0" err="1">
                <a:solidFill>
                  <a:schemeClr val="bg1"/>
                </a:solidFill>
                <a:latin typeface="Courier New" panose="02070309020205020404" pitchFamily="49" charset="0"/>
                <a:cs typeface="Courier New" panose="02070309020205020404" pitchFamily="49" charset="0"/>
              </a:rPr>
              <a:t>libellePL</a:t>
            </a:r>
            <a:r>
              <a:rPr lang="fr-FR" sz="900" dirty="0">
                <a:solidFill>
                  <a:schemeClr val="bg1"/>
                </a:solidFill>
                <a:latin typeface="Courier New" panose="02070309020205020404" pitchFamily="49" charset="0"/>
                <a:cs typeface="Courier New" panose="02070309020205020404" pitchFamily="49" charset="0"/>
              </a:rPr>
              <a:t>:'</a:t>
            </a:r>
            <a:r>
              <a:rPr lang="fr-FR" sz="900" dirty="0" err="1">
                <a:solidFill>
                  <a:schemeClr val="bg1"/>
                </a:solidFill>
                <a:latin typeface="Courier New" panose="02070309020205020404" pitchFamily="49" charset="0"/>
                <a:cs typeface="Courier New" panose="02070309020205020404" pitchFamily="49" charset="0"/>
              </a:rPr>
              <a:t>MonLibellé</a:t>
            </a:r>
            <a:r>
              <a:rPr lang="fr-FR" sz="900" dirty="0">
                <a:solidFill>
                  <a:schemeClr val="bg1"/>
                </a:solidFill>
                <a:latin typeface="Courier New" panose="02070309020205020404" pitchFamily="49" charset="0"/>
                <a:cs typeface="Courier New" panose="02070309020205020404" pitchFamily="49" charset="0"/>
              </a:rPr>
              <a:t>',</a:t>
            </a:r>
          </a:p>
          <a:p>
            <a:r>
              <a:rPr lang="fr-FR" sz="900" dirty="0">
                <a:solidFill>
                  <a:schemeClr val="bg1"/>
                </a:solidFill>
                <a:latin typeface="Courier New" panose="02070309020205020404" pitchFamily="49" charset="0"/>
                <a:cs typeface="Courier New" panose="02070309020205020404" pitchFamily="49" charset="0"/>
              </a:rPr>
              <a:t>         </a:t>
            </a:r>
            <a:r>
              <a:rPr lang="fr-FR" sz="900" dirty="0" smtClean="0">
                <a:solidFill>
                  <a:schemeClr val="bg1"/>
                </a:solidFill>
                <a:latin typeface="Courier New" panose="02070309020205020404" pitchFamily="49" charset="0"/>
                <a:cs typeface="Courier New" panose="02070309020205020404" pitchFamily="49" charset="0"/>
              </a:rPr>
              <a:t>          </a:t>
            </a:r>
            <a:r>
              <a:rPr lang="fr-FR" sz="900" dirty="0" err="1">
                <a:solidFill>
                  <a:schemeClr val="bg1"/>
                </a:solidFill>
                <a:latin typeface="Courier New" panose="02070309020205020404" pitchFamily="49" charset="0"/>
                <a:cs typeface="Courier New" panose="02070309020205020404" pitchFamily="49" charset="0"/>
              </a:rPr>
              <a:t>typeChangementPL</a:t>
            </a:r>
            <a:r>
              <a:rPr lang="fr-FR" sz="900" dirty="0">
                <a:solidFill>
                  <a:schemeClr val="bg1"/>
                </a:solidFill>
                <a:latin typeface="Courier New" panose="02070309020205020404" pitchFamily="49" charset="0"/>
                <a:cs typeface="Courier New" panose="02070309020205020404" pitchFamily="49" charset="0"/>
              </a:rPr>
              <a:t>:'C',</a:t>
            </a:r>
          </a:p>
          <a:p>
            <a:r>
              <a:rPr lang="fr-FR" sz="900" dirty="0" smtClean="0">
                <a:solidFill>
                  <a:schemeClr val="bg1"/>
                </a:solidFill>
                <a:latin typeface="Courier New" panose="02070309020205020404" pitchFamily="49" charset="0"/>
                <a:cs typeface="Courier New" panose="02070309020205020404" pitchFamily="49" charset="0"/>
              </a:rPr>
              <a:t>                   </a:t>
            </a:r>
            <a:r>
              <a:rPr lang="fr-FR" sz="900" dirty="0" err="1">
                <a:solidFill>
                  <a:schemeClr val="bg1"/>
                </a:solidFill>
                <a:latin typeface="Courier New" panose="02070309020205020404" pitchFamily="49" charset="0"/>
                <a:cs typeface="Courier New" panose="02070309020205020404" pitchFamily="49" charset="0"/>
              </a:rPr>
              <a:t>typeMachinePL</a:t>
            </a:r>
            <a:r>
              <a:rPr lang="fr-FR" sz="900" dirty="0">
                <a:solidFill>
                  <a:schemeClr val="bg1"/>
                </a:solidFill>
                <a:latin typeface="Courier New" panose="02070309020205020404" pitchFamily="49" charset="0"/>
                <a:cs typeface="Courier New" panose="02070309020205020404" pitchFamily="49" charset="0"/>
              </a:rPr>
              <a:t>:'LINUXPLATON',</a:t>
            </a:r>
          </a:p>
          <a:p>
            <a:r>
              <a:rPr lang="fr-FR" sz="900" dirty="0" smtClean="0">
                <a:solidFill>
                  <a:schemeClr val="bg1"/>
                </a:solidFill>
                <a:latin typeface="Courier New" panose="02070309020205020404" pitchFamily="49" charset="0"/>
                <a:cs typeface="Courier New" panose="02070309020205020404" pitchFamily="49" charset="0"/>
              </a:rPr>
              <a:t>                   </a:t>
            </a:r>
            <a:r>
              <a:rPr lang="fr-FR" sz="900" dirty="0" err="1">
                <a:solidFill>
                  <a:schemeClr val="bg1"/>
                </a:solidFill>
                <a:latin typeface="Courier New" panose="02070309020205020404" pitchFamily="49" charset="0"/>
                <a:cs typeface="Courier New" panose="02070309020205020404" pitchFamily="49" charset="0"/>
              </a:rPr>
              <a:t>typePL</a:t>
            </a:r>
            <a:r>
              <a:rPr lang="fr-FR" sz="900" dirty="0">
                <a:solidFill>
                  <a:schemeClr val="bg1"/>
                </a:solidFill>
                <a:latin typeface="Courier New" panose="02070309020205020404" pitchFamily="49" charset="0"/>
                <a:cs typeface="Courier New" panose="02070309020205020404" pitchFamily="49" charset="0"/>
              </a:rPr>
              <a:t>:'A'</a:t>
            </a:r>
          </a:p>
          <a:p>
            <a:r>
              <a:rPr lang="fr-FR" sz="900" dirty="0" smtClean="0">
                <a:solidFill>
                  <a:schemeClr val="bg1"/>
                </a:solidFill>
                <a:latin typeface="Courier New" panose="02070309020205020404" pitchFamily="49" charset="0"/>
                <a:cs typeface="Courier New" panose="02070309020205020404" pitchFamily="49" charset="0"/>
              </a:rPr>
              <a:t>                </a:t>
            </a:r>
            <a:r>
              <a:rPr lang="fr-FR" sz="900" dirty="0">
                <a:solidFill>
                  <a:schemeClr val="bg1"/>
                </a:solidFill>
                <a:latin typeface="Courier New" panose="02070309020205020404" pitchFamily="49" charset="0"/>
                <a:cs typeface="Courier New" panose="02070309020205020404" pitchFamily="49" charset="0"/>
              </a:rPr>
              <a:t>]]</a:t>
            </a:r>
          </a:p>
          <a:p>
            <a:r>
              <a:rPr lang="fr-FR" sz="900" dirty="0" smtClean="0">
                <a:solidFill>
                  <a:schemeClr val="bg1"/>
                </a:solidFill>
                <a:latin typeface="Courier New" panose="02070309020205020404" pitchFamily="49" charset="0"/>
                <a:cs typeface="Courier New" panose="02070309020205020404" pitchFamily="49" charset="0"/>
              </a:rPr>
              <a:t>          </a:t>
            </a:r>
            <a:r>
              <a:rPr lang="fr-FR" sz="900" dirty="0">
                <a:solidFill>
                  <a:schemeClr val="bg1"/>
                </a:solidFill>
                <a:latin typeface="Courier New" panose="02070309020205020404" pitchFamily="49" charset="0"/>
                <a:cs typeface="Courier New" panose="02070309020205020404" pitchFamily="49" charset="0"/>
              </a:rPr>
              <a:t>])   </a:t>
            </a:r>
          </a:p>
          <a:p>
            <a:r>
              <a:rPr lang="fr-FR" sz="900" dirty="0" smtClean="0">
                <a:solidFill>
                  <a:schemeClr val="bg1"/>
                </a:solidFill>
                <a:latin typeface="Courier New" panose="02070309020205020404" pitchFamily="49" charset="0"/>
                <a:cs typeface="Courier New" panose="02070309020205020404" pitchFamily="49" charset="0"/>
              </a:rPr>
              <a:t>      }</a:t>
            </a:r>
            <a:endParaRPr lang="fr-FR" sz="900" dirty="0">
              <a:solidFill>
                <a:schemeClr val="bg1"/>
              </a:solidFill>
              <a:latin typeface="Courier New" panose="02070309020205020404" pitchFamily="49" charset="0"/>
              <a:cs typeface="Courier New" panose="02070309020205020404" pitchFamily="49" charset="0"/>
            </a:endParaRPr>
          </a:p>
          <a:p>
            <a:r>
              <a:rPr lang="fr-FR" sz="900" dirty="0" smtClean="0">
                <a:solidFill>
                  <a:schemeClr val="bg1"/>
                </a:solidFill>
                <a:latin typeface="Courier New" panose="02070309020205020404" pitchFamily="49" charset="0"/>
                <a:cs typeface="Courier New" panose="02070309020205020404" pitchFamily="49" charset="0"/>
              </a:rPr>
              <a:t>}</a:t>
            </a:r>
            <a:endParaRPr lang="fr-FR" sz="900" dirty="0">
              <a:solidFill>
                <a:schemeClr val="bg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1173531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16632"/>
            <a:ext cx="8244911" cy="647923"/>
          </a:xfrm>
        </p:spPr>
        <p:txBody>
          <a:bodyPr/>
          <a:lstStyle/>
          <a:p>
            <a:pPr algn="l"/>
            <a:r>
              <a:rPr lang="fr-FR" sz="3200" dirty="0" smtClean="0"/>
              <a:t>5.C – Exemple de sortie de logs</a:t>
            </a:r>
            <a:endParaRPr lang="fr-FR" sz="3200" dirty="0"/>
          </a:p>
        </p:txBody>
      </p:sp>
      <p:sp>
        <p:nvSpPr>
          <p:cNvPr id="8" name="Espace réservé du contenu 2"/>
          <p:cNvSpPr>
            <a:spLocks noGrp="1"/>
          </p:cNvSpPr>
          <p:nvPr>
            <p:ph idx="1"/>
          </p:nvPr>
        </p:nvSpPr>
        <p:spPr>
          <a:xfrm>
            <a:off x="178271" y="684114"/>
            <a:ext cx="7058025" cy="432048"/>
          </a:xfrm>
        </p:spPr>
        <p:txBody>
          <a:bodyPr>
            <a:normAutofit/>
          </a:bodyPr>
          <a:lstStyle/>
          <a:p>
            <a:r>
              <a:rPr lang="fr-FR" b="1" i="1" dirty="0">
                <a:solidFill>
                  <a:srgbClr val="0070C0"/>
                </a:solidFill>
              </a:rPr>
              <a:t>Exemple de logs restituées par </a:t>
            </a:r>
            <a:r>
              <a:rPr lang="fr-FR" b="1" i="1" dirty="0" smtClean="0">
                <a:solidFill>
                  <a:srgbClr val="0070C0"/>
                </a:solidFill>
              </a:rPr>
              <a:t>Jenkins en cas de succès</a:t>
            </a:r>
            <a:endParaRPr lang="fr-FR" b="1" i="1" dirty="0">
              <a:solidFill>
                <a:srgbClr val="0070C0"/>
              </a:solidFill>
            </a:endParaRPr>
          </a:p>
        </p:txBody>
      </p:sp>
      <p:sp>
        <p:nvSpPr>
          <p:cNvPr id="6" name="Espace réservé du contenu 2"/>
          <p:cNvSpPr txBox="1">
            <a:spLocks/>
          </p:cNvSpPr>
          <p:nvPr/>
        </p:nvSpPr>
        <p:spPr>
          <a:xfrm>
            <a:off x="178271" y="3429000"/>
            <a:ext cx="7058025" cy="432048"/>
          </a:xfrm>
          <a:prstGeom prst="rect">
            <a:avLst/>
          </a:prstGeom>
        </p:spPr>
        <p:txBody>
          <a:bodyPr vert="horz" lIns="0" tIns="0" rIns="0" bIns="0" rtlCol="0">
            <a:normAutofit/>
          </a:bodyPr>
          <a:lstStyle>
            <a:lvl1pPr marL="194400" indent="-194400" algn="l" defTabSz="914400" rtl="0" eaLnBrk="1" fontAlgn="base" latinLnBrk="0" hangingPunct="1">
              <a:spcBef>
                <a:spcPct val="0"/>
              </a:spcBef>
              <a:spcAft>
                <a:spcPts val="60"/>
              </a:spcAft>
              <a:buClr>
                <a:srgbClr val="FF6600"/>
              </a:buClr>
              <a:buFont typeface="Wingdings" pitchFamily="2" charset="2"/>
              <a:buChar char="§"/>
              <a:defRPr lang="fr-FR" sz="1800" kern="1200" dirty="0" smtClean="0">
                <a:solidFill>
                  <a:schemeClr val="tx1"/>
                </a:solidFill>
                <a:latin typeface="Helvetica 55 Roman" pitchFamily="34" charset="0"/>
                <a:ea typeface="+mn-ea"/>
                <a:cs typeface="+mn-cs"/>
              </a:defRPr>
            </a:lvl1pPr>
            <a:lvl2pPr marL="74295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2pPr>
            <a:lvl3pPr marL="12446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3pPr>
            <a:lvl4pPr marL="16637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4pPr>
            <a:lvl5pPr marL="2057400" indent="-228600" algn="l" defTabSz="914400" rtl="0" eaLnBrk="1" fontAlgn="base" latinLnBrk="0" hangingPunct="1">
              <a:spcBef>
                <a:spcPct val="0"/>
              </a:spcBef>
              <a:buFont typeface="Helvetica 45 Light" pitchFamily="34" charset="0"/>
              <a:buChar char="–"/>
              <a:defRPr lang="fr-FR" sz="1600" kern="1200" dirty="0">
                <a:solidFill>
                  <a:schemeClr val="tx1"/>
                </a:solidFill>
                <a:latin typeface="Helvetica 55 Roman"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b="1" i="1" dirty="0" smtClean="0">
                <a:solidFill>
                  <a:srgbClr val="0070C0"/>
                </a:solidFill>
              </a:rPr>
              <a:t>Exemple de logs restituées par Jenkins en cas d’</a:t>
            </a:r>
            <a:r>
              <a:rPr lang="fr-FR" b="1" i="1" dirty="0">
                <a:solidFill>
                  <a:srgbClr val="0070C0"/>
                </a:solidFill>
              </a:rPr>
              <a:t>é</a:t>
            </a:r>
            <a:r>
              <a:rPr lang="fr-FR" b="1" i="1" dirty="0" smtClean="0">
                <a:solidFill>
                  <a:srgbClr val="0070C0"/>
                </a:solidFill>
              </a:rPr>
              <a:t>chec</a:t>
            </a:r>
            <a:endParaRPr lang="fr-FR" b="1" i="1" dirty="0">
              <a:solidFill>
                <a:srgbClr val="0070C0"/>
              </a:solidFill>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090" y="1484784"/>
            <a:ext cx="8676456" cy="44249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9476218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16632"/>
            <a:ext cx="8244911" cy="647923"/>
          </a:xfrm>
        </p:spPr>
        <p:txBody>
          <a:bodyPr/>
          <a:lstStyle/>
          <a:p>
            <a:pPr algn="l"/>
            <a:r>
              <a:rPr lang="fr-FR" sz="3200" dirty="0" smtClean="0"/>
              <a:t>6 </a:t>
            </a:r>
            <a:r>
              <a:rPr lang="fr-FR" sz="3200" dirty="0"/>
              <a:t>- Utilisation du mode </a:t>
            </a:r>
            <a:r>
              <a:rPr lang="fr-FR" sz="3200" dirty="0" smtClean="0"/>
              <a:t>téléchargement</a:t>
            </a:r>
            <a:r>
              <a:rPr lang="fr-FR" sz="3200" dirty="0"/>
              <a:t/>
            </a:r>
            <a:br>
              <a:rPr lang="fr-FR" sz="3200" dirty="0"/>
            </a:br>
            <a:endParaRPr lang="fr-FR" sz="3200" dirty="0"/>
          </a:p>
        </p:txBody>
      </p:sp>
      <p:sp>
        <p:nvSpPr>
          <p:cNvPr id="8" name="Espace réservé du contenu 2"/>
          <p:cNvSpPr>
            <a:spLocks noGrp="1"/>
          </p:cNvSpPr>
          <p:nvPr>
            <p:ph idx="1"/>
          </p:nvPr>
        </p:nvSpPr>
        <p:spPr>
          <a:xfrm>
            <a:off x="250279" y="2348880"/>
            <a:ext cx="7058025" cy="432048"/>
          </a:xfrm>
        </p:spPr>
        <p:txBody>
          <a:bodyPr>
            <a:normAutofit/>
          </a:bodyPr>
          <a:lstStyle/>
          <a:p>
            <a:r>
              <a:rPr lang="fr-FR" dirty="0" smtClean="0"/>
              <a:t>Dans la section « </a:t>
            </a:r>
            <a:r>
              <a:rPr lang="fr-FR" dirty="0" err="1" smtClean="0"/>
              <a:t>Build</a:t>
            </a:r>
            <a:r>
              <a:rPr lang="fr-FR" dirty="0" smtClean="0"/>
              <a:t> », ajoutez une étape « Référentiel 26D »</a:t>
            </a:r>
          </a:p>
          <a:p>
            <a:endParaRPr lang="fr-FR" dirty="0" smtClean="0"/>
          </a:p>
          <a:p>
            <a:endParaRPr lang="fr-FR" dirty="0"/>
          </a:p>
        </p:txBody>
      </p:sp>
      <p:sp>
        <p:nvSpPr>
          <p:cNvPr id="9" name="Espace réservé du contenu 2"/>
          <p:cNvSpPr txBox="1">
            <a:spLocks/>
          </p:cNvSpPr>
          <p:nvPr/>
        </p:nvSpPr>
        <p:spPr>
          <a:xfrm>
            <a:off x="249038" y="1844824"/>
            <a:ext cx="7058025" cy="432048"/>
          </a:xfrm>
          <a:prstGeom prst="rect">
            <a:avLst/>
          </a:prstGeom>
        </p:spPr>
        <p:txBody>
          <a:bodyPr vert="horz" lIns="0" tIns="0" rIns="0" bIns="0" rtlCol="0">
            <a:normAutofit/>
          </a:bodyPr>
          <a:lstStyle>
            <a:lvl1pPr marL="194400" indent="-194400" algn="l" defTabSz="914400" rtl="0" eaLnBrk="1" fontAlgn="base" latinLnBrk="0" hangingPunct="1">
              <a:spcBef>
                <a:spcPct val="0"/>
              </a:spcBef>
              <a:spcAft>
                <a:spcPts val="60"/>
              </a:spcAft>
              <a:buClr>
                <a:srgbClr val="FF6600"/>
              </a:buClr>
              <a:buFont typeface="Wingdings" pitchFamily="2" charset="2"/>
              <a:buChar char="§"/>
              <a:defRPr lang="fr-FR" sz="1800" kern="1200" dirty="0" smtClean="0">
                <a:solidFill>
                  <a:schemeClr val="tx1"/>
                </a:solidFill>
                <a:latin typeface="Helvetica 55 Roman" pitchFamily="34" charset="0"/>
                <a:ea typeface="+mn-ea"/>
                <a:cs typeface="+mn-cs"/>
              </a:defRPr>
            </a:lvl1pPr>
            <a:lvl2pPr marL="74295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2pPr>
            <a:lvl3pPr marL="12446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3pPr>
            <a:lvl4pPr marL="16637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4pPr>
            <a:lvl5pPr marL="2057400" indent="-228600" algn="l" defTabSz="914400" rtl="0" eaLnBrk="1" fontAlgn="base" latinLnBrk="0" hangingPunct="1">
              <a:spcBef>
                <a:spcPct val="0"/>
              </a:spcBef>
              <a:buFont typeface="Helvetica 45 Light" pitchFamily="34" charset="0"/>
              <a:buChar char="–"/>
              <a:defRPr lang="fr-FR" sz="1600" kern="1200" dirty="0">
                <a:solidFill>
                  <a:schemeClr val="tx1"/>
                </a:solidFill>
                <a:latin typeface="Helvetica 55 Roman"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dirty="0" smtClean="0"/>
              <a:t>Dans un job </a:t>
            </a:r>
            <a:r>
              <a:rPr lang="fr-FR" dirty="0" err="1" smtClean="0"/>
              <a:t>jenkins</a:t>
            </a:r>
            <a:endParaRPr lang="fr-FR"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3356992"/>
            <a:ext cx="3419475" cy="1876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6" name="Groupe 15"/>
          <p:cNvGrpSpPr/>
          <p:nvPr/>
        </p:nvGrpSpPr>
        <p:grpSpPr>
          <a:xfrm>
            <a:off x="372334" y="764704"/>
            <a:ext cx="8466583" cy="618327"/>
            <a:chOff x="372334" y="764704"/>
            <a:chExt cx="8466583" cy="618327"/>
          </a:xfrm>
        </p:grpSpPr>
        <p:sp>
          <p:nvSpPr>
            <p:cNvPr id="17" name="Rectangle 16"/>
            <p:cNvSpPr/>
            <p:nvPr/>
          </p:nvSpPr>
          <p:spPr>
            <a:xfrm>
              <a:off x="372334" y="764704"/>
              <a:ext cx="8466583" cy="618327"/>
            </a:xfrm>
            <a:prstGeom prst="rect">
              <a:avLst/>
            </a:prstGeom>
            <a:solidFill>
              <a:schemeClr val="bg1">
                <a:lumMod val="85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p:cNvSpPr txBox="1"/>
            <p:nvPr/>
          </p:nvSpPr>
          <p:spPr>
            <a:xfrm>
              <a:off x="446876" y="798256"/>
              <a:ext cx="3357009" cy="584775"/>
            </a:xfrm>
            <a:prstGeom prst="rect">
              <a:avLst/>
            </a:prstGeom>
            <a:noFill/>
          </p:spPr>
          <p:txBody>
            <a:bodyPr wrap="none" rtlCol="0">
              <a:spAutoFit/>
            </a:bodyPr>
            <a:lstStyle/>
            <a:p>
              <a:r>
                <a:rPr lang="fr-FR" sz="1600" dirty="0" smtClean="0"/>
                <a:t>Prérequis : </a:t>
              </a:r>
            </a:p>
            <a:p>
              <a:r>
                <a:rPr lang="fr-FR" sz="1600" dirty="0" smtClean="0"/>
                <a:t>Avoir installé le plugin Jenkins 26D</a:t>
              </a:r>
              <a:endParaRPr lang="fr-FR" sz="1600" dirty="0"/>
            </a:p>
          </p:txBody>
        </p:sp>
      </p:grpSp>
    </p:spTree>
    <p:extLst>
      <p:ext uri="{BB962C8B-B14F-4D97-AF65-F5344CB8AC3E}">
        <p14:creationId xmlns:p14="http://schemas.microsoft.com/office/powerpoint/2010/main" val="281014862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16632"/>
            <a:ext cx="4968551" cy="575915"/>
          </a:xfrm>
        </p:spPr>
        <p:txBody>
          <a:bodyPr/>
          <a:lstStyle/>
          <a:p>
            <a:pPr algn="l"/>
            <a:r>
              <a:rPr lang="fr-FR" sz="3200" dirty="0"/>
              <a:t>6</a:t>
            </a:r>
            <a:r>
              <a:rPr lang="fr-FR" sz="3200" dirty="0" smtClean="0"/>
              <a:t>.A- Tester avec </a:t>
            </a:r>
            <a:r>
              <a:rPr lang="fr-FR" sz="3200" dirty="0" err="1" smtClean="0"/>
              <a:t>Postman</a:t>
            </a:r>
            <a:endParaRPr lang="fr-FR" sz="3200" dirty="0"/>
          </a:p>
        </p:txBody>
      </p:sp>
      <p:sp>
        <p:nvSpPr>
          <p:cNvPr id="3" name="Espace réservé du contenu 2"/>
          <p:cNvSpPr>
            <a:spLocks noGrp="1"/>
          </p:cNvSpPr>
          <p:nvPr>
            <p:ph idx="1"/>
          </p:nvPr>
        </p:nvSpPr>
        <p:spPr>
          <a:xfrm>
            <a:off x="611560" y="1124744"/>
            <a:ext cx="7920880" cy="4525963"/>
          </a:xfrm>
        </p:spPr>
        <p:txBody>
          <a:bodyPr>
            <a:normAutofit/>
          </a:bodyPr>
          <a:lstStyle/>
          <a:p>
            <a:r>
              <a:rPr lang="fr-FR" dirty="0" smtClean="0"/>
              <a:t>Le contrat d’interface propose le service REST suivant :</a:t>
            </a:r>
            <a:br>
              <a:rPr lang="fr-FR" dirty="0" smtClean="0"/>
            </a:br>
            <a:endParaRPr lang="fr-FR" dirty="0" smtClean="0"/>
          </a:p>
          <a:p>
            <a:pPr marL="0" indent="0">
              <a:buNone/>
            </a:pPr>
            <a:endParaRPr lang="fr-FR" dirty="0" smtClean="0"/>
          </a:p>
        </p:txBody>
      </p:sp>
      <p:sp>
        <p:nvSpPr>
          <p:cNvPr id="4" name="ZoneTexte 3"/>
          <p:cNvSpPr txBox="1"/>
          <p:nvPr/>
        </p:nvSpPr>
        <p:spPr>
          <a:xfrm>
            <a:off x="827584" y="1556792"/>
            <a:ext cx="7632848" cy="4026057"/>
          </a:xfrm>
          <a:prstGeom prst="rect">
            <a:avLst/>
          </a:prstGeom>
          <a:solidFill>
            <a:srgbClr val="CCECFF"/>
          </a:solidFill>
        </p:spPr>
        <p:txBody>
          <a:bodyPr wrap="square" lIns="180000" tIns="180000" rIns="180000" bIns="180000" rtlCol="0">
            <a:spAutoFit/>
          </a:bodyPr>
          <a:lstStyle/>
          <a:p>
            <a:pPr lvl="0"/>
            <a:r>
              <a:rPr lang="fr-FR" sz="1000" i="1" dirty="0" smtClean="0"/>
              <a:t>[extrait du document]</a:t>
            </a:r>
          </a:p>
          <a:p>
            <a:pPr lvl="0" algn="ctr"/>
            <a:r>
              <a:rPr lang="fr-FR" sz="1600" dirty="0" smtClean="0"/>
              <a:t>Accès </a:t>
            </a:r>
            <a:r>
              <a:rPr lang="fr-FR" sz="1600" dirty="0"/>
              <a:t>au Service :</a:t>
            </a:r>
          </a:p>
          <a:p>
            <a:endParaRPr lang="fr-FR" sz="1400" dirty="0" smtClean="0"/>
          </a:p>
          <a:p>
            <a:r>
              <a:rPr lang="fr-FR" sz="1400" dirty="0" smtClean="0"/>
              <a:t>Le </a:t>
            </a:r>
            <a:r>
              <a:rPr lang="fr-FR" sz="1400" dirty="0" smtClean="0"/>
              <a:t>service </a:t>
            </a:r>
            <a:r>
              <a:rPr lang="fr-FR" sz="1400" dirty="0"/>
              <a:t>web est accessible sur le serveur de qualification via l’url</a:t>
            </a:r>
          </a:p>
          <a:p>
            <a:pPr lvl="1"/>
            <a:r>
              <a:rPr lang="fr-FR" sz="1000" dirty="0">
                <a:solidFill>
                  <a:srgbClr val="0070C0"/>
                </a:solidFill>
                <a:latin typeface="Courier New" panose="02070309020205020404" pitchFamily="49" charset="0"/>
                <a:cs typeface="Courier New" panose="02070309020205020404" pitchFamily="49" charset="0"/>
                <a:hlinkClick r:id="rId2"/>
              </a:rPr>
              <a:t>http://</a:t>
            </a:r>
            <a:r>
              <a:rPr lang="fr-FR" sz="1000" dirty="0" smtClean="0">
                <a:solidFill>
                  <a:srgbClr val="0070C0"/>
                </a:solidFill>
                <a:latin typeface="Courier New" panose="02070309020205020404" pitchFamily="49" charset="0"/>
                <a:cs typeface="Courier New" panose="02070309020205020404" pitchFamily="49" charset="0"/>
                <a:hlinkClick r:id="rId2"/>
              </a:rPr>
              <a:t>referentieldelivraison-wsdevops.si.francetelecom.fr/api</a:t>
            </a:r>
            <a:r>
              <a:rPr lang="fr-FR" sz="1000" dirty="0" smtClean="0">
                <a:solidFill>
                  <a:srgbClr val="0070C0"/>
                </a:solidFill>
                <a:latin typeface="Courier New" panose="02070309020205020404" pitchFamily="49" charset="0"/>
                <a:cs typeface="Courier New" panose="02070309020205020404" pitchFamily="49" charset="0"/>
              </a:rPr>
              <a:t> /</a:t>
            </a:r>
            <a:r>
              <a:rPr lang="fr-FR" sz="1000" dirty="0" err="1" smtClean="0">
                <a:solidFill>
                  <a:srgbClr val="0070C0"/>
                </a:solidFill>
                <a:latin typeface="Courier New" panose="02070309020205020404" pitchFamily="49" charset="0"/>
                <a:cs typeface="Courier New" panose="02070309020205020404" pitchFamily="49" charset="0"/>
              </a:rPr>
              <a:t>extraction?code_basicat</a:t>
            </a:r>
            <a:r>
              <a:rPr lang="fr-FR" sz="1000" dirty="0" smtClean="0">
                <a:solidFill>
                  <a:srgbClr val="0070C0"/>
                </a:solidFill>
                <a:latin typeface="Courier New" panose="02070309020205020404" pitchFamily="49" charset="0"/>
                <a:cs typeface="Courier New" panose="02070309020205020404" pitchFamily="49" charset="0"/>
              </a:rPr>
              <a:t>=</a:t>
            </a:r>
            <a:r>
              <a:rPr lang="fr-FR" sz="1000" dirty="0" err="1" smtClean="0">
                <a:solidFill>
                  <a:srgbClr val="0070C0"/>
                </a:solidFill>
                <a:latin typeface="Courier New" panose="02070309020205020404" pitchFamily="49" charset="0"/>
                <a:cs typeface="Courier New" panose="02070309020205020404" pitchFamily="49" charset="0"/>
              </a:rPr>
              <a:t>code_basicat&amp;code_pl</a:t>
            </a:r>
            <a:r>
              <a:rPr lang="fr-FR" sz="1000" dirty="0" smtClean="0">
                <a:solidFill>
                  <a:srgbClr val="0070C0"/>
                </a:solidFill>
                <a:latin typeface="Courier New" panose="02070309020205020404" pitchFamily="49" charset="0"/>
                <a:cs typeface="Courier New" panose="02070309020205020404" pitchFamily="49" charset="0"/>
              </a:rPr>
              <a:t>=</a:t>
            </a:r>
            <a:r>
              <a:rPr lang="fr-FR" sz="1000" dirty="0" err="1" smtClean="0">
                <a:solidFill>
                  <a:srgbClr val="0070C0"/>
                </a:solidFill>
                <a:latin typeface="Courier New" panose="02070309020205020404" pitchFamily="49" charset="0"/>
                <a:cs typeface="Courier New" panose="02070309020205020404" pitchFamily="49" charset="0"/>
              </a:rPr>
              <a:t>code_pl&amp;package</a:t>
            </a:r>
            <a:r>
              <a:rPr lang="fr-FR" sz="1000" dirty="0" smtClean="0">
                <a:solidFill>
                  <a:srgbClr val="0070C0"/>
                </a:solidFill>
                <a:latin typeface="Courier New" panose="02070309020205020404" pitchFamily="49" charset="0"/>
                <a:cs typeface="Courier New" panose="02070309020205020404" pitchFamily="49" charset="0"/>
              </a:rPr>
              <a:t>=</a:t>
            </a:r>
            <a:r>
              <a:rPr lang="fr-FR" sz="1000" dirty="0" err="1" smtClean="0">
                <a:solidFill>
                  <a:srgbClr val="0070C0"/>
                </a:solidFill>
                <a:latin typeface="Courier New" panose="02070309020205020404" pitchFamily="49" charset="0"/>
                <a:cs typeface="Courier New" panose="02070309020205020404" pitchFamily="49" charset="0"/>
              </a:rPr>
              <a:t>nom_package</a:t>
            </a:r>
            <a:endParaRPr lang="fr-FR" sz="1000" dirty="0">
              <a:solidFill>
                <a:srgbClr val="0070C0"/>
              </a:solidFill>
              <a:latin typeface="Courier New" panose="02070309020205020404" pitchFamily="49" charset="0"/>
              <a:cs typeface="Courier New" panose="02070309020205020404" pitchFamily="49" charset="0"/>
            </a:endParaRPr>
          </a:p>
          <a:p>
            <a:endParaRPr lang="fr-FR" sz="1400" dirty="0" smtClean="0"/>
          </a:p>
          <a:p>
            <a:r>
              <a:rPr lang="fr-FR" sz="1400" dirty="0" smtClean="0"/>
              <a:t>Le </a:t>
            </a:r>
            <a:r>
              <a:rPr lang="fr-FR" sz="1400" dirty="0" smtClean="0"/>
              <a:t>service </a:t>
            </a:r>
            <a:r>
              <a:rPr lang="fr-FR" sz="1400" dirty="0"/>
              <a:t>web est accessible sur le serveur de production via l’url</a:t>
            </a:r>
          </a:p>
          <a:p>
            <a:pPr lvl="1"/>
            <a:r>
              <a:rPr lang="fr-FR" sz="1000" dirty="0">
                <a:solidFill>
                  <a:srgbClr val="0070C0"/>
                </a:solidFill>
                <a:latin typeface="Courier New" panose="02070309020205020404" pitchFamily="49" charset="0"/>
                <a:cs typeface="Courier New" panose="02070309020205020404" pitchFamily="49" charset="0"/>
                <a:hlinkClick r:id="rId3"/>
              </a:rPr>
              <a:t>http://</a:t>
            </a:r>
            <a:r>
              <a:rPr lang="fr-FR" sz="1000" dirty="0" smtClean="0">
                <a:solidFill>
                  <a:srgbClr val="0070C0"/>
                </a:solidFill>
                <a:latin typeface="Courier New" panose="02070309020205020404" pitchFamily="49" charset="0"/>
                <a:cs typeface="Courier New" panose="02070309020205020404" pitchFamily="49" charset="0"/>
                <a:hlinkClick r:id="rId3"/>
              </a:rPr>
              <a:t>referentieldelivraison-wsdevops.itn.ftgroup/api</a:t>
            </a:r>
            <a:r>
              <a:rPr lang="fr-FR" sz="1000" dirty="0" smtClean="0">
                <a:solidFill>
                  <a:srgbClr val="0070C0"/>
                </a:solidFill>
                <a:latin typeface="Courier New" panose="02070309020205020404" pitchFamily="49" charset="0"/>
                <a:cs typeface="Courier New" panose="02070309020205020404" pitchFamily="49" charset="0"/>
              </a:rPr>
              <a:t> /</a:t>
            </a:r>
            <a:r>
              <a:rPr lang="fr-FR" sz="1000" dirty="0" err="1" smtClean="0">
                <a:solidFill>
                  <a:srgbClr val="0070C0"/>
                </a:solidFill>
                <a:latin typeface="Courier New" panose="02070309020205020404" pitchFamily="49" charset="0"/>
                <a:cs typeface="Courier New" panose="02070309020205020404" pitchFamily="49" charset="0"/>
              </a:rPr>
              <a:t>extraction?code_basicat</a:t>
            </a:r>
            <a:r>
              <a:rPr lang="fr-FR" sz="1000" dirty="0" smtClean="0">
                <a:solidFill>
                  <a:srgbClr val="0070C0"/>
                </a:solidFill>
                <a:latin typeface="Courier New" panose="02070309020205020404" pitchFamily="49" charset="0"/>
                <a:cs typeface="Courier New" panose="02070309020205020404" pitchFamily="49" charset="0"/>
              </a:rPr>
              <a:t>=</a:t>
            </a:r>
            <a:r>
              <a:rPr lang="fr-FR" sz="1000" dirty="0" err="1" smtClean="0">
                <a:solidFill>
                  <a:srgbClr val="0070C0"/>
                </a:solidFill>
                <a:latin typeface="Courier New" panose="02070309020205020404" pitchFamily="49" charset="0"/>
                <a:cs typeface="Courier New" panose="02070309020205020404" pitchFamily="49" charset="0"/>
              </a:rPr>
              <a:t>code_basicat&amp;code_pl</a:t>
            </a:r>
            <a:r>
              <a:rPr lang="fr-FR" sz="1000" dirty="0" smtClean="0">
                <a:solidFill>
                  <a:srgbClr val="0070C0"/>
                </a:solidFill>
                <a:latin typeface="Courier New" panose="02070309020205020404" pitchFamily="49" charset="0"/>
                <a:cs typeface="Courier New" panose="02070309020205020404" pitchFamily="49" charset="0"/>
              </a:rPr>
              <a:t>=</a:t>
            </a:r>
            <a:r>
              <a:rPr lang="fr-FR" sz="1000" dirty="0" err="1" smtClean="0">
                <a:solidFill>
                  <a:srgbClr val="0070C0"/>
                </a:solidFill>
                <a:latin typeface="Courier New" panose="02070309020205020404" pitchFamily="49" charset="0"/>
                <a:cs typeface="Courier New" panose="02070309020205020404" pitchFamily="49" charset="0"/>
              </a:rPr>
              <a:t>code_pl&amp;package</a:t>
            </a:r>
            <a:r>
              <a:rPr lang="fr-FR" sz="1000" dirty="0" smtClean="0">
                <a:solidFill>
                  <a:srgbClr val="0070C0"/>
                </a:solidFill>
                <a:latin typeface="Courier New" panose="02070309020205020404" pitchFamily="49" charset="0"/>
                <a:cs typeface="Courier New" panose="02070309020205020404" pitchFamily="49" charset="0"/>
              </a:rPr>
              <a:t>=</a:t>
            </a:r>
            <a:r>
              <a:rPr lang="fr-FR" sz="1000" dirty="0" err="1" smtClean="0">
                <a:solidFill>
                  <a:srgbClr val="0070C0"/>
                </a:solidFill>
                <a:latin typeface="Courier New" panose="02070309020205020404" pitchFamily="49" charset="0"/>
                <a:cs typeface="Courier New" panose="02070309020205020404" pitchFamily="49" charset="0"/>
              </a:rPr>
              <a:t>nom_package</a:t>
            </a:r>
            <a:endParaRPr lang="fr-FR" sz="1000" dirty="0">
              <a:solidFill>
                <a:srgbClr val="0070C0"/>
              </a:solidFill>
              <a:latin typeface="Courier New" panose="02070309020205020404" pitchFamily="49" charset="0"/>
              <a:cs typeface="Courier New" panose="02070309020205020404" pitchFamily="49" charset="0"/>
            </a:endParaRPr>
          </a:p>
          <a:p>
            <a:endParaRPr lang="fr-FR" sz="1400" dirty="0" smtClean="0"/>
          </a:p>
          <a:p>
            <a:r>
              <a:rPr lang="fr-FR" sz="1400" dirty="0" smtClean="0"/>
              <a:t>Avec </a:t>
            </a:r>
            <a:r>
              <a:rPr lang="fr-FR" sz="1400" dirty="0"/>
              <a:t>les paramètres :</a:t>
            </a:r>
          </a:p>
          <a:p>
            <a:r>
              <a:rPr lang="fr-FR" sz="1200" dirty="0" smtClean="0">
                <a:latin typeface="Courier New" panose="02070309020205020404" pitchFamily="49" charset="0"/>
                <a:cs typeface="Courier New" panose="02070309020205020404" pitchFamily="49" charset="0"/>
              </a:rPr>
              <a:t>	package</a:t>
            </a:r>
            <a:r>
              <a:rPr lang="fr-FR" sz="1200" dirty="0">
                <a:latin typeface="Courier New" panose="02070309020205020404" pitchFamily="49" charset="0"/>
                <a:cs typeface="Courier New" panose="02070309020205020404" pitchFamily="49" charset="0"/>
              </a:rPr>
              <a:t> </a:t>
            </a:r>
            <a:r>
              <a:rPr lang="fr-FR" sz="1200" dirty="0" smtClean="0">
                <a:latin typeface="Courier New" panose="02070309020205020404" pitchFamily="49" charset="0"/>
                <a:cs typeface="Courier New" panose="02070309020205020404" pitchFamily="49" charset="0"/>
              </a:rPr>
              <a:t>	: </a:t>
            </a:r>
            <a:r>
              <a:rPr lang="fr-FR" sz="1200" dirty="0">
                <a:latin typeface="Courier New" panose="02070309020205020404" pitchFamily="49" charset="0"/>
                <a:cs typeface="Courier New" panose="02070309020205020404" pitchFamily="49" charset="0"/>
              </a:rPr>
              <a:t>le nom du fichier à envoyer</a:t>
            </a:r>
          </a:p>
          <a:p>
            <a:r>
              <a:rPr lang="fr-FR" sz="1200" dirty="0" smtClean="0">
                <a:latin typeface="Courier New" panose="02070309020205020404" pitchFamily="49" charset="0"/>
                <a:cs typeface="Courier New" panose="02070309020205020404" pitchFamily="49" charset="0"/>
              </a:rPr>
              <a:t>	</a:t>
            </a:r>
            <a:r>
              <a:rPr lang="fr-FR" sz="1200" dirty="0" err="1" smtClean="0">
                <a:latin typeface="Courier New" panose="02070309020205020404" pitchFamily="49" charset="0"/>
                <a:cs typeface="Courier New" panose="02070309020205020404" pitchFamily="49" charset="0"/>
              </a:rPr>
              <a:t>code_pl</a:t>
            </a:r>
            <a:r>
              <a:rPr lang="fr-FR" sz="1200" dirty="0">
                <a:latin typeface="Courier New" panose="02070309020205020404" pitchFamily="49" charset="0"/>
                <a:cs typeface="Courier New" panose="02070309020205020404" pitchFamily="49" charset="0"/>
              </a:rPr>
              <a:t> </a:t>
            </a:r>
            <a:r>
              <a:rPr lang="fr-FR" sz="1200" dirty="0" smtClean="0">
                <a:latin typeface="Courier New" panose="02070309020205020404" pitchFamily="49" charset="0"/>
                <a:cs typeface="Courier New" panose="02070309020205020404" pitchFamily="49" charset="0"/>
              </a:rPr>
              <a:t>	: </a:t>
            </a:r>
            <a:r>
              <a:rPr lang="fr-FR" sz="1200" dirty="0">
                <a:latin typeface="Courier New" panose="02070309020205020404" pitchFamily="49" charset="0"/>
                <a:cs typeface="Courier New" panose="02070309020205020404" pitchFamily="49" charset="0"/>
              </a:rPr>
              <a:t>le code du </a:t>
            </a:r>
            <a:r>
              <a:rPr lang="fr-FR" sz="1200" dirty="0" err="1">
                <a:latin typeface="Courier New" panose="02070309020205020404" pitchFamily="49" charset="0"/>
                <a:cs typeface="Courier New" panose="02070309020205020404" pitchFamily="49" charset="0"/>
              </a:rPr>
              <a:t>pl</a:t>
            </a:r>
            <a:r>
              <a:rPr lang="fr-FR" sz="1200" dirty="0">
                <a:latin typeface="Courier New" panose="02070309020205020404" pitchFamily="49" charset="0"/>
                <a:cs typeface="Courier New" panose="02070309020205020404" pitchFamily="49" charset="0"/>
              </a:rPr>
              <a:t> du package à envoyer</a:t>
            </a:r>
          </a:p>
          <a:p>
            <a:r>
              <a:rPr lang="fr-FR" sz="1200" dirty="0" smtClean="0">
                <a:latin typeface="Courier New" panose="02070309020205020404" pitchFamily="49" charset="0"/>
                <a:cs typeface="Courier New" panose="02070309020205020404" pitchFamily="49" charset="0"/>
              </a:rPr>
              <a:t>	</a:t>
            </a:r>
            <a:r>
              <a:rPr lang="fr-FR" sz="1200" dirty="0" err="1" smtClean="0">
                <a:latin typeface="Courier New" panose="02070309020205020404" pitchFamily="49" charset="0"/>
                <a:cs typeface="Courier New" panose="02070309020205020404" pitchFamily="49" charset="0"/>
              </a:rPr>
              <a:t>code_basicat</a:t>
            </a:r>
            <a:r>
              <a:rPr lang="fr-FR" sz="1200" dirty="0">
                <a:latin typeface="Courier New" panose="02070309020205020404" pitchFamily="49" charset="0"/>
                <a:cs typeface="Courier New" panose="02070309020205020404" pitchFamily="49" charset="0"/>
              </a:rPr>
              <a:t> : le code </a:t>
            </a:r>
            <a:r>
              <a:rPr lang="fr-FR" sz="1200" dirty="0" err="1">
                <a:latin typeface="Courier New" panose="02070309020205020404" pitchFamily="49" charset="0"/>
                <a:cs typeface="Courier New" panose="02070309020205020404" pitchFamily="49" charset="0"/>
              </a:rPr>
              <a:t>basicat</a:t>
            </a:r>
            <a:r>
              <a:rPr lang="fr-FR" sz="1200" dirty="0">
                <a:latin typeface="Courier New" panose="02070309020205020404" pitchFamily="49" charset="0"/>
                <a:cs typeface="Courier New" panose="02070309020205020404" pitchFamily="49" charset="0"/>
              </a:rPr>
              <a:t> de l’application</a:t>
            </a:r>
          </a:p>
          <a:p>
            <a:r>
              <a:rPr lang="fr-FR" sz="1400" dirty="0"/>
              <a:t> </a:t>
            </a:r>
          </a:p>
          <a:p>
            <a:r>
              <a:rPr lang="fr-FR" sz="1400" dirty="0"/>
              <a:t>Exemple de requête : </a:t>
            </a:r>
          </a:p>
          <a:p>
            <a:r>
              <a:rPr lang="fr-FR" sz="1200" dirty="0">
                <a:latin typeface="Courier New" panose="02070309020205020404" pitchFamily="49" charset="0"/>
                <a:cs typeface="Courier New" panose="02070309020205020404" pitchFamily="49" charset="0"/>
                <a:hlinkClick r:id="rId3"/>
              </a:rPr>
              <a:t>http://</a:t>
            </a:r>
            <a:r>
              <a:rPr lang="fr-FR" sz="1200" dirty="0" smtClean="0">
                <a:latin typeface="Courier New" panose="02070309020205020404" pitchFamily="49" charset="0"/>
                <a:cs typeface="Courier New" panose="02070309020205020404" pitchFamily="49" charset="0"/>
                <a:hlinkClick r:id="rId3"/>
              </a:rPr>
              <a:t>referentieldelivraison-wsdevops.itn.ftgroup/api</a:t>
            </a:r>
            <a:r>
              <a:rPr lang="fr-FR" sz="1200" dirty="0" smtClean="0">
                <a:latin typeface="Courier New" panose="02070309020205020404" pitchFamily="49" charset="0"/>
                <a:cs typeface="Courier New" panose="02070309020205020404" pitchFamily="49" charset="0"/>
              </a:rPr>
              <a:t> /</a:t>
            </a:r>
            <a:r>
              <a:rPr lang="fr-FR" sz="1200" dirty="0" err="1" smtClean="0">
                <a:latin typeface="Courier New" panose="02070309020205020404" pitchFamily="49" charset="0"/>
                <a:cs typeface="Courier New" panose="02070309020205020404" pitchFamily="49" charset="0"/>
              </a:rPr>
              <a:t>extraction?code_basicat</a:t>
            </a:r>
            <a:r>
              <a:rPr lang="fr-FR" sz="1200" dirty="0" smtClean="0">
                <a:latin typeface="Courier New" panose="02070309020205020404" pitchFamily="49" charset="0"/>
                <a:cs typeface="Courier New" panose="02070309020205020404" pitchFamily="49" charset="0"/>
              </a:rPr>
              <a:t>=GCL&amp;code_pl=BACK&amp;package=PA-GCL-BACK-G71R01C00.zip</a:t>
            </a:r>
            <a:endParaRPr lang="fr-FR" sz="12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8253116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5096" y="3180109"/>
            <a:ext cx="7058025" cy="680939"/>
          </a:xfrm>
        </p:spPr>
        <p:txBody>
          <a:bodyPr/>
          <a:lstStyle/>
          <a:p>
            <a:r>
              <a:rPr lang="fr-FR" dirty="0" smtClean="0"/>
              <a:t>Cas d’erreur</a:t>
            </a:r>
            <a:endParaRPr lang="fr-FR" dirty="0"/>
          </a:p>
        </p:txBody>
      </p:sp>
      <p:sp>
        <p:nvSpPr>
          <p:cNvPr id="6" name="Espace réservé du contenu 2"/>
          <p:cNvSpPr txBox="1">
            <a:spLocks/>
          </p:cNvSpPr>
          <p:nvPr/>
        </p:nvSpPr>
        <p:spPr>
          <a:xfrm>
            <a:off x="290262" y="260648"/>
            <a:ext cx="7058025" cy="680939"/>
          </a:xfrm>
          <a:prstGeom prst="rect">
            <a:avLst/>
          </a:prstGeom>
        </p:spPr>
        <p:txBody>
          <a:bodyPr vert="horz" lIns="0" tIns="0" rIns="0" bIns="0" rtlCol="0">
            <a:normAutofit/>
          </a:bodyPr>
          <a:lstStyle>
            <a:lvl1pPr marL="194400" indent="-194400" algn="l" defTabSz="914400" rtl="0" eaLnBrk="1" fontAlgn="base" latinLnBrk="0" hangingPunct="1">
              <a:spcBef>
                <a:spcPct val="0"/>
              </a:spcBef>
              <a:spcAft>
                <a:spcPts val="60"/>
              </a:spcAft>
              <a:buClr>
                <a:srgbClr val="FF6600"/>
              </a:buClr>
              <a:buFont typeface="Wingdings" pitchFamily="2" charset="2"/>
              <a:buChar char="§"/>
              <a:defRPr lang="fr-FR" sz="1800" kern="1200" dirty="0" smtClean="0">
                <a:solidFill>
                  <a:schemeClr val="tx1"/>
                </a:solidFill>
                <a:latin typeface="Helvetica 55 Roman" pitchFamily="34" charset="0"/>
                <a:ea typeface="+mn-ea"/>
                <a:cs typeface="+mn-cs"/>
              </a:defRPr>
            </a:lvl1pPr>
            <a:lvl2pPr marL="74295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2pPr>
            <a:lvl3pPr marL="12446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3pPr>
            <a:lvl4pPr marL="16637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4pPr>
            <a:lvl5pPr marL="2057400" indent="-228600" algn="l" defTabSz="914400" rtl="0" eaLnBrk="1" fontAlgn="base" latinLnBrk="0" hangingPunct="1">
              <a:spcBef>
                <a:spcPct val="0"/>
              </a:spcBef>
              <a:buFont typeface="Helvetica 45 Light" pitchFamily="34" charset="0"/>
              <a:buChar char="–"/>
              <a:defRPr lang="fr-FR" sz="1600" kern="1200" dirty="0">
                <a:solidFill>
                  <a:schemeClr val="tx1"/>
                </a:solidFill>
                <a:latin typeface="Helvetica 55 Roman"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dirty="0" smtClean="0"/>
              <a:t>Cas passant</a:t>
            </a:r>
            <a:endParaRPr lang="fr-FR"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903" y="619059"/>
            <a:ext cx="8601075" cy="2219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902" y="3501008"/>
            <a:ext cx="8601075" cy="3143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265739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16632"/>
            <a:ext cx="8280920" cy="647923"/>
          </a:xfrm>
        </p:spPr>
        <p:txBody>
          <a:bodyPr/>
          <a:lstStyle/>
          <a:p>
            <a:pPr algn="l"/>
            <a:r>
              <a:rPr lang="fr-FR" sz="3200" dirty="0" smtClean="0"/>
              <a:t>6.B - Avec Jenkins et un job freestyle</a:t>
            </a:r>
            <a:endParaRPr lang="fr-FR" sz="3200" dirty="0"/>
          </a:p>
        </p:txBody>
      </p:sp>
      <p:sp>
        <p:nvSpPr>
          <p:cNvPr id="3" name="Espace réservé du contenu 2"/>
          <p:cNvSpPr>
            <a:spLocks noGrp="1"/>
          </p:cNvSpPr>
          <p:nvPr>
            <p:ph idx="1"/>
          </p:nvPr>
        </p:nvSpPr>
        <p:spPr>
          <a:xfrm>
            <a:off x="1042988" y="1124744"/>
            <a:ext cx="7705476" cy="5001419"/>
          </a:xfrm>
        </p:spPr>
        <p:txBody>
          <a:bodyPr/>
          <a:lstStyle/>
          <a:p>
            <a:r>
              <a:rPr lang="fr-FR" dirty="0" smtClean="0"/>
              <a:t>Créer un job freestyle</a:t>
            </a:r>
          </a:p>
          <a:p>
            <a:endParaRPr lang="fr-FR" dirty="0" smtClean="0"/>
          </a:p>
          <a:p>
            <a:r>
              <a:rPr lang="fr-FR" dirty="0" smtClean="0"/>
              <a:t>Ouvrir une zone de script </a:t>
            </a:r>
            <a:r>
              <a:rPr lang="fr-FR" dirty="0" err="1" smtClean="0"/>
              <a:t>shell</a:t>
            </a:r>
            <a:r>
              <a:rPr lang="fr-FR" dirty="0" smtClean="0"/>
              <a:t> </a:t>
            </a:r>
          </a:p>
          <a:p>
            <a:endParaRPr lang="fr-FR" dirty="0"/>
          </a:p>
          <a:p>
            <a:endParaRPr lang="fr-FR" dirty="0" smtClean="0"/>
          </a:p>
          <a:p>
            <a:endParaRPr lang="fr-FR" dirty="0"/>
          </a:p>
          <a:p>
            <a:endParaRPr lang="fr-FR" dirty="0" smtClean="0"/>
          </a:p>
          <a:p>
            <a:endParaRPr lang="fr-FR" dirty="0"/>
          </a:p>
          <a:p>
            <a:endParaRPr lang="fr-FR" dirty="0" smtClean="0"/>
          </a:p>
          <a:p>
            <a:endParaRPr lang="fr-FR" dirty="0"/>
          </a:p>
          <a:p>
            <a:endParaRPr lang="fr-FR" dirty="0" smtClean="0"/>
          </a:p>
          <a:p>
            <a:endParaRPr lang="fr-FR" dirty="0"/>
          </a:p>
          <a:p>
            <a:r>
              <a:rPr lang="fr-FR" dirty="0" smtClean="0">
                <a:solidFill>
                  <a:srgbClr val="FF0000"/>
                </a:solidFill>
              </a:rPr>
              <a:t>ATTENTION : Penser à remplacer le champs CUID_A_UTILISER dans la commande</a:t>
            </a:r>
          </a:p>
          <a:p>
            <a:endParaRPr lang="fr-FR" dirty="0" smtClean="0"/>
          </a:p>
          <a:p>
            <a:r>
              <a:rPr lang="fr-FR" dirty="0" smtClean="0"/>
              <a:t>Lancer le job, le téléchargement du paquet se fait ici dans le </a:t>
            </a:r>
            <a:r>
              <a:rPr lang="fr-FR" dirty="0" err="1" smtClean="0"/>
              <a:t>workspace</a:t>
            </a:r>
            <a:r>
              <a:rPr lang="fr-FR" dirty="0" smtClean="0"/>
              <a:t> du job.</a:t>
            </a:r>
          </a:p>
          <a:p>
            <a:endParaRPr lang="fr-FR" dirty="0"/>
          </a:p>
          <a:p>
            <a:endParaRPr lang="fr-FR" dirty="0"/>
          </a:p>
          <a:p>
            <a:endParaRPr lang="fr-FR"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24" y="2132856"/>
            <a:ext cx="8985917" cy="21644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642287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16632"/>
            <a:ext cx="8244911" cy="647923"/>
          </a:xfrm>
        </p:spPr>
        <p:txBody>
          <a:bodyPr/>
          <a:lstStyle/>
          <a:p>
            <a:pPr algn="l"/>
            <a:r>
              <a:rPr lang="fr-FR" sz="3200" dirty="0" smtClean="0"/>
              <a:t>6.C</a:t>
            </a:r>
            <a:r>
              <a:rPr lang="fr-FR" sz="3200" b="1" dirty="0" smtClean="0"/>
              <a:t> – Avec </a:t>
            </a:r>
            <a:r>
              <a:rPr lang="fr-FR" sz="3200" b="1" dirty="0"/>
              <a:t>Jenkins </a:t>
            </a:r>
            <a:r>
              <a:rPr lang="fr-FR" sz="3200" b="1" dirty="0" smtClean="0"/>
              <a:t>Pipeline</a:t>
            </a:r>
            <a:endParaRPr lang="fr-FR" sz="3200" b="1" dirty="0"/>
          </a:p>
        </p:txBody>
      </p:sp>
      <p:sp>
        <p:nvSpPr>
          <p:cNvPr id="3" name="Espace réservé du contenu 2"/>
          <p:cNvSpPr>
            <a:spLocks noGrp="1"/>
          </p:cNvSpPr>
          <p:nvPr>
            <p:ph idx="1"/>
          </p:nvPr>
        </p:nvSpPr>
        <p:spPr>
          <a:xfrm>
            <a:off x="611560" y="1451917"/>
            <a:ext cx="7776864" cy="5289451"/>
          </a:xfrm>
        </p:spPr>
        <p:txBody>
          <a:bodyPr/>
          <a:lstStyle/>
          <a:p>
            <a:endParaRPr lang="fr-FR" dirty="0"/>
          </a:p>
          <a:p>
            <a:r>
              <a:rPr lang="fr-FR" dirty="0"/>
              <a:t>Utiliser la </a:t>
            </a:r>
            <a:r>
              <a:rPr lang="fr-FR" dirty="0" smtClean="0"/>
              <a:t>fonction « repo26D »</a:t>
            </a:r>
          </a:p>
          <a:p>
            <a:endParaRPr lang="fr-FR" dirty="0" smtClean="0"/>
          </a:p>
          <a:p>
            <a:r>
              <a:rPr lang="fr-FR" dirty="0" smtClean="0"/>
              <a:t>Vous pouvez ajouter autant de « </a:t>
            </a:r>
            <a:r>
              <a:rPr lang="fr-FR" dirty="0" err="1" smtClean="0"/>
              <a:t>downloads</a:t>
            </a:r>
            <a:r>
              <a:rPr lang="fr-FR" dirty="0" smtClean="0"/>
              <a:t> » que nécessaire</a:t>
            </a:r>
          </a:p>
          <a:p>
            <a:endParaRPr lang="fr-FR" dirty="0"/>
          </a:p>
          <a:p>
            <a:r>
              <a:rPr lang="fr-FR" dirty="0" smtClean="0"/>
              <a:t>Exemple de pipeline :</a:t>
            </a:r>
          </a:p>
          <a:p>
            <a:endParaRPr lang="fr-FR" dirty="0" smtClean="0"/>
          </a:p>
          <a:p>
            <a:endParaRPr lang="fr-FR" dirty="0"/>
          </a:p>
          <a:p>
            <a:endParaRPr lang="fr-FR" dirty="0"/>
          </a:p>
        </p:txBody>
      </p:sp>
      <p:sp>
        <p:nvSpPr>
          <p:cNvPr id="4" name="ZoneTexte 3"/>
          <p:cNvSpPr txBox="1"/>
          <p:nvPr/>
        </p:nvSpPr>
        <p:spPr>
          <a:xfrm>
            <a:off x="1115616" y="3212976"/>
            <a:ext cx="6192688" cy="3410504"/>
          </a:xfrm>
          <a:prstGeom prst="rect">
            <a:avLst/>
          </a:prstGeom>
          <a:solidFill>
            <a:schemeClr val="tx1"/>
          </a:solidFill>
        </p:spPr>
        <p:txBody>
          <a:bodyPr wrap="square" lIns="180000" tIns="180000" rIns="180000" bIns="180000" rtlCol="0">
            <a:spAutoFit/>
          </a:bodyPr>
          <a:lstStyle/>
          <a:p>
            <a:r>
              <a:rPr lang="fr-FR" sz="900" dirty="0" smtClean="0">
                <a:solidFill>
                  <a:schemeClr val="bg1"/>
                </a:solidFill>
                <a:latin typeface="Courier New" panose="02070309020205020404" pitchFamily="49" charset="0"/>
                <a:cs typeface="Courier New" panose="02070309020205020404" pitchFamily="49" charset="0"/>
              </a:rPr>
              <a:t>stage </a:t>
            </a:r>
            <a:r>
              <a:rPr lang="fr-FR" sz="900" dirty="0">
                <a:solidFill>
                  <a:schemeClr val="bg1"/>
                </a:solidFill>
                <a:latin typeface="Courier New" panose="02070309020205020404" pitchFamily="49" charset="0"/>
                <a:cs typeface="Courier New" panose="02070309020205020404" pitchFamily="49" charset="0"/>
              </a:rPr>
              <a:t>('</a:t>
            </a:r>
            <a:r>
              <a:rPr lang="fr-FR" sz="900" dirty="0" err="1">
                <a:solidFill>
                  <a:schemeClr val="bg1"/>
                </a:solidFill>
                <a:latin typeface="Courier New" panose="02070309020205020404" pitchFamily="49" charset="0"/>
                <a:cs typeface="Courier New" panose="02070309020205020404" pitchFamily="49" charset="0"/>
              </a:rPr>
              <a:t>Prepare</a:t>
            </a:r>
            <a:r>
              <a:rPr lang="fr-FR" sz="900" dirty="0">
                <a:solidFill>
                  <a:schemeClr val="bg1"/>
                </a:solidFill>
                <a:latin typeface="Courier New" panose="02070309020205020404" pitchFamily="49" charset="0"/>
                <a:cs typeface="Courier New" panose="02070309020205020404" pitchFamily="49" charset="0"/>
              </a:rPr>
              <a:t>') {</a:t>
            </a:r>
          </a:p>
          <a:p>
            <a:r>
              <a:rPr lang="fr-FR" sz="900" dirty="0">
                <a:solidFill>
                  <a:schemeClr val="bg1"/>
                </a:solidFill>
                <a:latin typeface="Courier New" panose="02070309020205020404" pitchFamily="49" charset="0"/>
                <a:cs typeface="Courier New" panose="02070309020205020404" pitchFamily="49" charset="0"/>
              </a:rPr>
              <a:t>    </a:t>
            </a:r>
            <a:r>
              <a:rPr lang="fr-FR" sz="900" dirty="0" err="1">
                <a:solidFill>
                  <a:schemeClr val="bg1"/>
                </a:solidFill>
                <a:latin typeface="Courier New" panose="02070309020205020404" pitchFamily="49" charset="0"/>
                <a:cs typeface="Courier New" panose="02070309020205020404" pitchFamily="49" charset="0"/>
              </a:rPr>
              <a:t>node</a:t>
            </a:r>
            <a:r>
              <a:rPr lang="fr-FR" sz="900" dirty="0">
                <a:solidFill>
                  <a:schemeClr val="bg1"/>
                </a:solidFill>
                <a:latin typeface="Courier New" panose="02070309020205020404" pitchFamily="49" charset="0"/>
                <a:cs typeface="Courier New" panose="02070309020205020404" pitchFamily="49" charset="0"/>
              </a:rPr>
              <a:t>() {</a:t>
            </a:r>
          </a:p>
          <a:p>
            <a:r>
              <a:rPr lang="fr-FR" sz="900" dirty="0">
                <a:solidFill>
                  <a:schemeClr val="bg1"/>
                </a:solidFill>
                <a:latin typeface="Courier New" panose="02070309020205020404" pitchFamily="49" charset="0"/>
                <a:cs typeface="Courier New" panose="02070309020205020404" pitchFamily="49" charset="0"/>
              </a:rPr>
              <a:t>        //-- Nettoyage du </a:t>
            </a:r>
            <a:r>
              <a:rPr lang="fr-FR" sz="900" dirty="0" err="1">
                <a:solidFill>
                  <a:schemeClr val="bg1"/>
                </a:solidFill>
                <a:latin typeface="Courier New" panose="02070309020205020404" pitchFamily="49" charset="0"/>
                <a:cs typeface="Courier New" panose="02070309020205020404" pitchFamily="49" charset="0"/>
              </a:rPr>
              <a:t>workspace</a:t>
            </a:r>
            <a:r>
              <a:rPr lang="fr-FR" sz="900" dirty="0">
                <a:solidFill>
                  <a:schemeClr val="bg1"/>
                </a:solidFill>
                <a:latin typeface="Courier New" panose="02070309020205020404" pitchFamily="49" charset="0"/>
                <a:cs typeface="Courier New" panose="02070309020205020404" pitchFamily="49" charset="0"/>
              </a:rPr>
              <a:t> --</a:t>
            </a:r>
          </a:p>
          <a:p>
            <a:r>
              <a:rPr lang="fr-FR" sz="900" dirty="0">
                <a:solidFill>
                  <a:schemeClr val="bg1"/>
                </a:solidFill>
                <a:latin typeface="Courier New" panose="02070309020205020404" pitchFamily="49" charset="0"/>
                <a:cs typeface="Courier New" panose="02070309020205020404" pitchFamily="49" charset="0"/>
              </a:rPr>
              <a:t>        </a:t>
            </a:r>
            <a:r>
              <a:rPr lang="fr-FR" sz="900" dirty="0" err="1">
                <a:solidFill>
                  <a:schemeClr val="bg1"/>
                </a:solidFill>
                <a:latin typeface="Courier New" panose="02070309020205020404" pitchFamily="49" charset="0"/>
                <a:cs typeface="Courier New" panose="02070309020205020404" pitchFamily="49" charset="0"/>
              </a:rPr>
              <a:t>step</a:t>
            </a:r>
            <a:r>
              <a:rPr lang="fr-FR" sz="900" dirty="0">
                <a:solidFill>
                  <a:schemeClr val="bg1"/>
                </a:solidFill>
                <a:latin typeface="Courier New" panose="02070309020205020404" pitchFamily="49" charset="0"/>
                <a:cs typeface="Courier New" panose="02070309020205020404" pitchFamily="49" charset="0"/>
              </a:rPr>
              <a:t>([$class: '</a:t>
            </a:r>
            <a:r>
              <a:rPr lang="fr-FR" sz="900" dirty="0" err="1">
                <a:solidFill>
                  <a:schemeClr val="bg1"/>
                </a:solidFill>
                <a:latin typeface="Courier New" panose="02070309020205020404" pitchFamily="49" charset="0"/>
                <a:cs typeface="Courier New" panose="02070309020205020404" pitchFamily="49" charset="0"/>
              </a:rPr>
              <a:t>WsCleanup</a:t>
            </a:r>
            <a:r>
              <a:rPr lang="fr-FR" sz="900" dirty="0">
                <a:solidFill>
                  <a:schemeClr val="bg1"/>
                </a:solidFill>
                <a:latin typeface="Courier New" panose="02070309020205020404" pitchFamily="49" charset="0"/>
                <a:cs typeface="Courier New" panose="02070309020205020404" pitchFamily="49" charset="0"/>
              </a:rPr>
              <a:t>'])</a:t>
            </a:r>
          </a:p>
          <a:p>
            <a:r>
              <a:rPr lang="fr-FR" sz="900" dirty="0">
                <a:solidFill>
                  <a:schemeClr val="bg1"/>
                </a:solidFill>
                <a:latin typeface="Courier New" panose="02070309020205020404" pitchFamily="49" charset="0"/>
                <a:cs typeface="Courier New" panose="02070309020205020404" pitchFamily="49" charset="0"/>
              </a:rPr>
              <a:t>    }</a:t>
            </a:r>
          </a:p>
          <a:p>
            <a:r>
              <a:rPr lang="fr-FR" sz="900" dirty="0">
                <a:solidFill>
                  <a:schemeClr val="bg1"/>
                </a:solidFill>
                <a:latin typeface="Courier New" panose="02070309020205020404" pitchFamily="49" charset="0"/>
                <a:cs typeface="Courier New" panose="02070309020205020404" pitchFamily="49" charset="0"/>
              </a:rPr>
              <a:t>}</a:t>
            </a:r>
          </a:p>
          <a:p>
            <a:endParaRPr lang="fr-FR" sz="900" dirty="0">
              <a:solidFill>
                <a:schemeClr val="bg1"/>
              </a:solidFill>
              <a:latin typeface="Courier New" panose="02070309020205020404" pitchFamily="49" charset="0"/>
              <a:cs typeface="Courier New" panose="02070309020205020404" pitchFamily="49" charset="0"/>
            </a:endParaRPr>
          </a:p>
          <a:p>
            <a:r>
              <a:rPr lang="fr-FR" sz="900" dirty="0">
                <a:solidFill>
                  <a:schemeClr val="bg1"/>
                </a:solidFill>
                <a:latin typeface="Courier New" panose="02070309020205020404" pitchFamily="49" charset="0"/>
                <a:cs typeface="Courier New" panose="02070309020205020404" pitchFamily="49" charset="0"/>
              </a:rPr>
              <a:t>stage</a:t>
            </a:r>
            <a:r>
              <a:rPr lang="fr-FR" sz="900" dirty="0" smtClean="0">
                <a:solidFill>
                  <a:schemeClr val="bg1"/>
                </a:solidFill>
                <a:latin typeface="Courier New" panose="02070309020205020404" pitchFamily="49" charset="0"/>
                <a:cs typeface="Courier New" panose="02070309020205020404" pitchFamily="49" charset="0"/>
              </a:rPr>
              <a:t>('copie paquet dans </a:t>
            </a:r>
            <a:r>
              <a:rPr lang="fr-FR" sz="900" dirty="0" err="1" smtClean="0">
                <a:solidFill>
                  <a:schemeClr val="bg1"/>
                </a:solidFill>
                <a:latin typeface="Courier New" panose="02070309020205020404" pitchFamily="49" charset="0"/>
                <a:cs typeface="Courier New" panose="02070309020205020404" pitchFamily="49" charset="0"/>
              </a:rPr>
              <a:t>workspace</a:t>
            </a:r>
            <a:r>
              <a:rPr lang="fr-FR" sz="900" dirty="0" smtClean="0">
                <a:solidFill>
                  <a:schemeClr val="bg1"/>
                </a:solidFill>
                <a:latin typeface="Courier New" panose="02070309020205020404" pitchFamily="49" charset="0"/>
                <a:cs typeface="Courier New" panose="02070309020205020404" pitchFamily="49" charset="0"/>
              </a:rPr>
              <a:t>'){</a:t>
            </a:r>
            <a:endParaRPr lang="fr-FR" sz="900" dirty="0">
              <a:solidFill>
                <a:schemeClr val="bg1"/>
              </a:solidFill>
              <a:latin typeface="Courier New" panose="02070309020205020404" pitchFamily="49" charset="0"/>
              <a:cs typeface="Courier New" panose="02070309020205020404" pitchFamily="49" charset="0"/>
            </a:endParaRPr>
          </a:p>
          <a:p>
            <a:r>
              <a:rPr lang="fr-FR" sz="900" dirty="0">
                <a:solidFill>
                  <a:schemeClr val="bg1"/>
                </a:solidFill>
                <a:latin typeface="Courier New" panose="02070309020205020404" pitchFamily="49" charset="0"/>
                <a:cs typeface="Courier New" panose="02070309020205020404" pitchFamily="49" charset="0"/>
              </a:rPr>
              <a:t>    </a:t>
            </a:r>
            <a:r>
              <a:rPr lang="fr-FR" sz="900" dirty="0" err="1">
                <a:solidFill>
                  <a:schemeClr val="bg1"/>
                </a:solidFill>
                <a:latin typeface="Courier New" panose="02070309020205020404" pitchFamily="49" charset="0"/>
                <a:cs typeface="Courier New" panose="02070309020205020404" pitchFamily="49" charset="0"/>
              </a:rPr>
              <a:t>node</a:t>
            </a:r>
            <a:r>
              <a:rPr lang="fr-FR" sz="900" dirty="0">
                <a:solidFill>
                  <a:schemeClr val="bg1"/>
                </a:solidFill>
                <a:latin typeface="Courier New" panose="02070309020205020404" pitchFamily="49" charset="0"/>
                <a:cs typeface="Courier New" panose="02070309020205020404" pitchFamily="49" charset="0"/>
              </a:rPr>
              <a:t>() {</a:t>
            </a:r>
          </a:p>
          <a:p>
            <a:r>
              <a:rPr lang="fr-FR" sz="900" dirty="0">
                <a:solidFill>
                  <a:schemeClr val="bg1"/>
                </a:solidFill>
                <a:latin typeface="Courier New" panose="02070309020205020404" pitchFamily="49" charset="0"/>
                <a:cs typeface="Courier New" panose="02070309020205020404" pitchFamily="49" charset="0"/>
              </a:rPr>
              <a:t>        repo26D (</a:t>
            </a:r>
          </a:p>
          <a:p>
            <a:r>
              <a:rPr lang="fr-FR" sz="900" dirty="0">
                <a:solidFill>
                  <a:schemeClr val="bg1"/>
                </a:solidFill>
                <a:latin typeface="Courier New" panose="02070309020205020404" pitchFamily="49" charset="0"/>
                <a:cs typeface="Courier New" panose="02070309020205020404" pitchFamily="49" charset="0"/>
              </a:rPr>
              <a:t>                </a:t>
            </a:r>
            <a:r>
              <a:rPr lang="fr-FR" sz="900" dirty="0" err="1">
                <a:solidFill>
                  <a:schemeClr val="bg1"/>
                </a:solidFill>
                <a:latin typeface="Courier New" panose="02070309020205020404" pitchFamily="49" charset="0"/>
                <a:cs typeface="Courier New" panose="02070309020205020404" pitchFamily="49" charset="0"/>
              </a:rPr>
              <a:t>codeBasicat</a:t>
            </a:r>
            <a:r>
              <a:rPr lang="fr-FR" sz="900" dirty="0">
                <a:solidFill>
                  <a:schemeClr val="bg1"/>
                </a:solidFill>
                <a:latin typeface="Courier New" panose="02070309020205020404" pitchFamily="49" charset="0"/>
                <a:cs typeface="Courier New" panose="02070309020205020404" pitchFamily="49" charset="0"/>
              </a:rPr>
              <a:t>: </a:t>
            </a:r>
            <a:r>
              <a:rPr lang="fr-FR" sz="900" dirty="0" smtClean="0">
                <a:solidFill>
                  <a:schemeClr val="bg1"/>
                </a:solidFill>
                <a:latin typeface="Courier New" panose="02070309020205020404" pitchFamily="49" charset="0"/>
                <a:cs typeface="Courier New" panose="02070309020205020404" pitchFamily="49" charset="0"/>
              </a:rPr>
              <a:t>'ABC',</a:t>
            </a:r>
            <a:endParaRPr lang="fr-FR" sz="900" dirty="0">
              <a:solidFill>
                <a:schemeClr val="bg1"/>
              </a:solidFill>
              <a:latin typeface="Courier New" panose="02070309020205020404" pitchFamily="49" charset="0"/>
              <a:cs typeface="Courier New" panose="02070309020205020404" pitchFamily="49" charset="0"/>
            </a:endParaRPr>
          </a:p>
          <a:p>
            <a:r>
              <a:rPr lang="fr-FR" sz="900" dirty="0" smtClean="0">
                <a:solidFill>
                  <a:schemeClr val="bg1"/>
                </a:solidFill>
                <a:latin typeface="Courier New" panose="02070309020205020404" pitchFamily="49" charset="0"/>
                <a:cs typeface="Courier New" panose="02070309020205020404" pitchFamily="49" charset="0"/>
              </a:rPr>
              <a:t>                </a:t>
            </a:r>
            <a:r>
              <a:rPr lang="fr-FR" sz="900" dirty="0" err="1" smtClean="0">
                <a:solidFill>
                  <a:schemeClr val="bg1"/>
                </a:solidFill>
                <a:latin typeface="Courier New" panose="02070309020205020404" pitchFamily="49" charset="0"/>
                <a:cs typeface="Courier New" panose="02070309020205020404" pitchFamily="49" charset="0"/>
              </a:rPr>
              <a:t>telechargementConfig</a:t>
            </a:r>
            <a:r>
              <a:rPr lang="fr-FR" sz="900" dirty="0" smtClean="0">
                <a:solidFill>
                  <a:schemeClr val="bg1"/>
                </a:solidFill>
                <a:latin typeface="Courier New" panose="02070309020205020404" pitchFamily="49" charset="0"/>
                <a:cs typeface="Courier New" panose="02070309020205020404" pitchFamily="49" charset="0"/>
              </a:rPr>
              <a:t>:</a:t>
            </a:r>
          </a:p>
          <a:p>
            <a:r>
              <a:rPr lang="fr-FR" sz="900" dirty="0" smtClean="0">
                <a:solidFill>
                  <a:schemeClr val="bg1"/>
                </a:solidFill>
                <a:latin typeface="Courier New" panose="02070309020205020404" pitchFamily="49" charset="0"/>
                <a:cs typeface="Courier New" panose="02070309020205020404" pitchFamily="49" charset="0"/>
              </a:rPr>
              <a:t>                </a:t>
            </a:r>
            <a:r>
              <a:rPr lang="fr-FR" sz="900" dirty="0">
                <a:solidFill>
                  <a:schemeClr val="bg1"/>
                </a:solidFill>
                <a:latin typeface="Courier New" panose="02070309020205020404" pitchFamily="49" charset="0"/>
                <a:cs typeface="Courier New" panose="02070309020205020404" pitchFamily="49" charset="0"/>
              </a:rPr>
              <a:t>[</a:t>
            </a:r>
          </a:p>
          <a:p>
            <a:r>
              <a:rPr lang="fr-FR" sz="900" dirty="0">
                <a:solidFill>
                  <a:schemeClr val="bg1"/>
                </a:solidFill>
                <a:latin typeface="Courier New" panose="02070309020205020404" pitchFamily="49" charset="0"/>
                <a:cs typeface="Courier New" panose="02070309020205020404" pitchFamily="49" charset="0"/>
              </a:rPr>
              <a:t>                      </a:t>
            </a:r>
            <a:r>
              <a:rPr lang="fr-FR" sz="900" dirty="0" err="1">
                <a:solidFill>
                  <a:schemeClr val="bg1"/>
                </a:solidFill>
                <a:latin typeface="Courier New" panose="02070309020205020404" pitchFamily="49" charset="0"/>
                <a:cs typeface="Courier New" panose="02070309020205020404" pitchFamily="49" charset="0"/>
              </a:rPr>
              <a:t>downloads</a:t>
            </a:r>
            <a:r>
              <a:rPr lang="fr-FR" sz="900" dirty="0">
                <a:solidFill>
                  <a:schemeClr val="bg1"/>
                </a:solidFill>
                <a:latin typeface="Courier New" panose="02070309020205020404" pitchFamily="49" charset="0"/>
                <a:cs typeface="Courier New" panose="02070309020205020404" pitchFamily="49" charset="0"/>
              </a:rPr>
              <a:t>:</a:t>
            </a:r>
          </a:p>
          <a:p>
            <a:r>
              <a:rPr lang="fr-FR" sz="900" dirty="0">
                <a:solidFill>
                  <a:schemeClr val="bg1"/>
                </a:solidFill>
                <a:latin typeface="Courier New" panose="02070309020205020404" pitchFamily="49" charset="0"/>
                <a:cs typeface="Courier New" panose="02070309020205020404" pitchFamily="49" charset="0"/>
              </a:rPr>
              <a:t>                      [[</a:t>
            </a:r>
          </a:p>
          <a:p>
            <a:r>
              <a:rPr lang="fr-FR" sz="900" dirty="0">
                <a:solidFill>
                  <a:schemeClr val="bg1"/>
                </a:solidFill>
                <a:latin typeface="Courier New" panose="02070309020205020404" pitchFamily="49" charset="0"/>
                <a:cs typeface="Courier New" panose="02070309020205020404" pitchFamily="49" charset="0"/>
              </a:rPr>
              <a:t>                           </a:t>
            </a:r>
            <a:r>
              <a:rPr lang="fr-FR" sz="900" dirty="0" err="1">
                <a:solidFill>
                  <a:schemeClr val="bg1"/>
                </a:solidFill>
                <a:latin typeface="Courier New" panose="02070309020205020404" pitchFamily="49" charset="0"/>
                <a:cs typeface="Courier New" panose="02070309020205020404" pitchFamily="49" charset="0"/>
              </a:rPr>
              <a:t>archiveFilePL</a:t>
            </a:r>
            <a:r>
              <a:rPr lang="fr-FR" sz="900" dirty="0">
                <a:solidFill>
                  <a:schemeClr val="bg1"/>
                </a:solidFill>
                <a:latin typeface="Courier New" panose="02070309020205020404" pitchFamily="49" charset="0"/>
                <a:cs typeface="Courier New" panose="02070309020205020404" pitchFamily="49" charset="0"/>
              </a:rPr>
              <a:t>: </a:t>
            </a:r>
            <a:r>
              <a:rPr lang="fr-FR" sz="900" dirty="0" smtClean="0">
                <a:solidFill>
                  <a:schemeClr val="bg1"/>
                </a:solidFill>
                <a:latin typeface="Courier New" panose="02070309020205020404" pitchFamily="49" charset="0"/>
                <a:cs typeface="Courier New" panose="02070309020205020404" pitchFamily="49" charset="0"/>
              </a:rPr>
              <a:t>'PA-ABC-WAS-G01R01C01.tar</a:t>
            </a:r>
            <a:r>
              <a:rPr lang="fr-FR" sz="900" dirty="0">
                <a:solidFill>
                  <a:schemeClr val="bg1"/>
                </a:solidFill>
                <a:latin typeface="Courier New" panose="02070309020205020404" pitchFamily="49" charset="0"/>
                <a:cs typeface="Courier New" panose="02070309020205020404" pitchFamily="49" charset="0"/>
              </a:rPr>
              <a:t>',</a:t>
            </a:r>
          </a:p>
          <a:p>
            <a:r>
              <a:rPr lang="fr-FR" sz="900" dirty="0">
                <a:solidFill>
                  <a:schemeClr val="bg1"/>
                </a:solidFill>
                <a:latin typeface="Courier New" panose="02070309020205020404" pitchFamily="49" charset="0"/>
                <a:cs typeface="Courier New" panose="02070309020205020404" pitchFamily="49" charset="0"/>
              </a:rPr>
              <a:t>                           </a:t>
            </a:r>
            <a:r>
              <a:rPr lang="fr-FR" sz="900" dirty="0" err="1">
                <a:solidFill>
                  <a:schemeClr val="bg1"/>
                </a:solidFill>
                <a:latin typeface="Courier New" panose="02070309020205020404" pitchFamily="49" charset="0"/>
                <a:cs typeface="Courier New" panose="02070309020205020404" pitchFamily="49" charset="0"/>
              </a:rPr>
              <a:t>codePL</a:t>
            </a:r>
            <a:r>
              <a:rPr lang="fr-FR" sz="900" dirty="0">
                <a:solidFill>
                  <a:schemeClr val="bg1"/>
                </a:solidFill>
                <a:latin typeface="Courier New" panose="02070309020205020404" pitchFamily="49" charset="0"/>
                <a:cs typeface="Courier New" panose="02070309020205020404" pitchFamily="49" charset="0"/>
              </a:rPr>
              <a:t>: </a:t>
            </a:r>
            <a:r>
              <a:rPr lang="fr-FR" sz="900" dirty="0" smtClean="0">
                <a:solidFill>
                  <a:schemeClr val="bg1"/>
                </a:solidFill>
                <a:latin typeface="Courier New" panose="02070309020205020404" pitchFamily="49" charset="0"/>
                <a:cs typeface="Courier New" panose="02070309020205020404" pitchFamily="49" charset="0"/>
              </a:rPr>
              <a:t>'WAS',</a:t>
            </a:r>
            <a:endParaRPr lang="fr-FR" sz="900" dirty="0">
              <a:solidFill>
                <a:schemeClr val="bg1"/>
              </a:solidFill>
              <a:latin typeface="Courier New" panose="02070309020205020404" pitchFamily="49" charset="0"/>
              <a:cs typeface="Courier New" panose="02070309020205020404" pitchFamily="49" charset="0"/>
            </a:endParaRPr>
          </a:p>
          <a:p>
            <a:r>
              <a:rPr lang="fr-FR" sz="900" dirty="0">
                <a:solidFill>
                  <a:schemeClr val="bg1"/>
                </a:solidFill>
                <a:latin typeface="Courier New" panose="02070309020205020404" pitchFamily="49" charset="0"/>
                <a:cs typeface="Courier New" panose="02070309020205020404" pitchFamily="49" charset="0"/>
              </a:rPr>
              <a:t>                           dossier: '</a:t>
            </a:r>
            <a:r>
              <a:rPr lang="fr-FR" sz="900" dirty="0" err="1">
                <a:solidFill>
                  <a:schemeClr val="bg1"/>
                </a:solidFill>
                <a:latin typeface="Courier New" panose="02070309020205020404" pitchFamily="49" charset="0"/>
                <a:cs typeface="Courier New" panose="02070309020205020404" pitchFamily="49" charset="0"/>
              </a:rPr>
              <a:t>src</a:t>
            </a:r>
            <a:r>
              <a:rPr lang="fr-FR" sz="900" dirty="0">
                <a:solidFill>
                  <a:schemeClr val="bg1"/>
                </a:solidFill>
                <a:latin typeface="Courier New" panose="02070309020205020404" pitchFamily="49" charset="0"/>
                <a:cs typeface="Courier New" panose="02070309020205020404" pitchFamily="49" charset="0"/>
              </a:rPr>
              <a:t>/main/</a:t>
            </a:r>
            <a:r>
              <a:rPr lang="fr-FR" sz="900" dirty="0" err="1">
                <a:solidFill>
                  <a:schemeClr val="bg1"/>
                </a:solidFill>
                <a:latin typeface="Courier New" panose="02070309020205020404" pitchFamily="49" charset="0"/>
                <a:cs typeface="Courier New" panose="02070309020205020404" pitchFamily="49" charset="0"/>
              </a:rPr>
              <a:t>storage</a:t>
            </a:r>
            <a:r>
              <a:rPr lang="fr-FR" sz="900" dirty="0">
                <a:solidFill>
                  <a:schemeClr val="bg1"/>
                </a:solidFill>
                <a:latin typeface="Courier New" panose="02070309020205020404" pitchFamily="49" charset="0"/>
                <a:cs typeface="Courier New" panose="02070309020205020404" pitchFamily="49" charset="0"/>
              </a:rPr>
              <a:t>'</a:t>
            </a:r>
          </a:p>
          <a:p>
            <a:r>
              <a:rPr lang="fr-FR" sz="900" dirty="0">
                <a:solidFill>
                  <a:schemeClr val="bg1"/>
                </a:solidFill>
                <a:latin typeface="Courier New" panose="02070309020205020404" pitchFamily="49" charset="0"/>
                <a:cs typeface="Courier New" panose="02070309020205020404" pitchFamily="49" charset="0"/>
              </a:rPr>
              <a:t>                      ]]</a:t>
            </a:r>
          </a:p>
          <a:p>
            <a:r>
              <a:rPr lang="fr-FR" sz="900" dirty="0">
                <a:solidFill>
                  <a:schemeClr val="bg1"/>
                </a:solidFill>
                <a:latin typeface="Courier New" panose="02070309020205020404" pitchFamily="49" charset="0"/>
                <a:cs typeface="Courier New" panose="02070309020205020404" pitchFamily="49" charset="0"/>
              </a:rPr>
              <a:t>                ])   </a:t>
            </a:r>
          </a:p>
          <a:p>
            <a:r>
              <a:rPr lang="fr-FR" sz="900" dirty="0" smtClean="0">
                <a:solidFill>
                  <a:schemeClr val="bg1"/>
                </a:solidFill>
                <a:latin typeface="Courier New" panose="02070309020205020404" pitchFamily="49" charset="0"/>
                <a:cs typeface="Courier New" panose="02070309020205020404" pitchFamily="49" charset="0"/>
              </a:rPr>
              <a:t>      }</a:t>
            </a:r>
            <a:endParaRPr lang="fr-FR" sz="900" dirty="0">
              <a:solidFill>
                <a:schemeClr val="bg1"/>
              </a:solidFill>
              <a:latin typeface="Courier New" panose="02070309020205020404" pitchFamily="49" charset="0"/>
              <a:cs typeface="Courier New" panose="02070309020205020404" pitchFamily="49" charset="0"/>
            </a:endParaRPr>
          </a:p>
          <a:p>
            <a:r>
              <a:rPr lang="fr-FR" sz="900" dirty="0" smtClean="0">
                <a:solidFill>
                  <a:schemeClr val="bg1"/>
                </a:solidFill>
                <a:latin typeface="Courier New" panose="02070309020205020404" pitchFamily="49" charset="0"/>
                <a:cs typeface="Courier New" panose="02070309020205020404" pitchFamily="49" charset="0"/>
              </a:rPr>
              <a:t>}</a:t>
            </a:r>
            <a:endParaRPr lang="fr-FR" sz="900" dirty="0">
              <a:solidFill>
                <a:schemeClr val="bg1"/>
              </a:solidFill>
              <a:latin typeface="Courier New" panose="02070309020205020404" pitchFamily="49" charset="0"/>
              <a:cs typeface="Courier New" panose="02070309020205020404" pitchFamily="49" charset="0"/>
            </a:endParaRPr>
          </a:p>
        </p:txBody>
      </p:sp>
      <p:grpSp>
        <p:nvGrpSpPr>
          <p:cNvPr id="9" name="Groupe 8"/>
          <p:cNvGrpSpPr/>
          <p:nvPr/>
        </p:nvGrpSpPr>
        <p:grpSpPr>
          <a:xfrm>
            <a:off x="372334" y="764704"/>
            <a:ext cx="8466583" cy="618327"/>
            <a:chOff x="372334" y="764704"/>
            <a:chExt cx="8466583" cy="618327"/>
          </a:xfrm>
        </p:grpSpPr>
        <p:sp>
          <p:nvSpPr>
            <p:cNvPr id="7" name="Rectangle 6"/>
            <p:cNvSpPr/>
            <p:nvPr/>
          </p:nvSpPr>
          <p:spPr>
            <a:xfrm>
              <a:off x="372334" y="764704"/>
              <a:ext cx="8466583" cy="618327"/>
            </a:xfrm>
            <a:prstGeom prst="rect">
              <a:avLst/>
            </a:prstGeom>
            <a:solidFill>
              <a:schemeClr val="bg1">
                <a:lumMod val="85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p:cNvSpPr txBox="1"/>
            <p:nvPr/>
          </p:nvSpPr>
          <p:spPr>
            <a:xfrm>
              <a:off x="446876" y="798256"/>
              <a:ext cx="3357009" cy="584775"/>
            </a:xfrm>
            <a:prstGeom prst="rect">
              <a:avLst/>
            </a:prstGeom>
            <a:noFill/>
          </p:spPr>
          <p:txBody>
            <a:bodyPr wrap="none" rtlCol="0">
              <a:spAutoFit/>
            </a:bodyPr>
            <a:lstStyle/>
            <a:p>
              <a:r>
                <a:rPr lang="fr-FR" sz="1600" dirty="0" smtClean="0"/>
                <a:t>Prérequis : </a:t>
              </a:r>
            </a:p>
            <a:p>
              <a:r>
                <a:rPr lang="fr-FR" sz="1600" dirty="0" smtClean="0"/>
                <a:t>Avoir installé le plugin Jenkins 26D</a:t>
              </a:r>
              <a:endParaRPr lang="fr-FR" sz="1600" dirty="0"/>
            </a:p>
          </p:txBody>
        </p:sp>
      </p:grpSp>
    </p:spTree>
    <p:extLst>
      <p:ext uri="{BB962C8B-B14F-4D97-AF65-F5344CB8AC3E}">
        <p14:creationId xmlns:p14="http://schemas.microsoft.com/office/powerpoint/2010/main" val="11623683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16632"/>
            <a:ext cx="8244911" cy="647923"/>
          </a:xfrm>
        </p:spPr>
        <p:txBody>
          <a:bodyPr/>
          <a:lstStyle/>
          <a:p>
            <a:pPr algn="l"/>
            <a:r>
              <a:rPr lang="fr-FR" sz="3200" dirty="0" smtClean="0"/>
              <a:t>6.D</a:t>
            </a:r>
            <a:r>
              <a:rPr lang="fr-FR" sz="3200" b="1" dirty="0" smtClean="0"/>
              <a:t> </a:t>
            </a:r>
            <a:r>
              <a:rPr lang="fr-FR" sz="3200" b="1" dirty="0"/>
              <a:t>- Avec </a:t>
            </a:r>
            <a:r>
              <a:rPr lang="fr-FR" sz="3200" b="1" dirty="0" smtClean="0"/>
              <a:t>le plugin Jenkins</a:t>
            </a:r>
            <a:endParaRPr lang="fr-FR" sz="3200" b="1" dirty="0"/>
          </a:p>
        </p:txBody>
      </p:sp>
      <p:sp>
        <p:nvSpPr>
          <p:cNvPr id="8" name="Espace réservé du contenu 2"/>
          <p:cNvSpPr>
            <a:spLocks noGrp="1"/>
          </p:cNvSpPr>
          <p:nvPr>
            <p:ph idx="1"/>
          </p:nvPr>
        </p:nvSpPr>
        <p:spPr>
          <a:xfrm>
            <a:off x="250279" y="2348880"/>
            <a:ext cx="7058025" cy="432048"/>
          </a:xfrm>
        </p:spPr>
        <p:txBody>
          <a:bodyPr>
            <a:normAutofit/>
          </a:bodyPr>
          <a:lstStyle/>
          <a:p>
            <a:r>
              <a:rPr lang="fr-FR" dirty="0" smtClean="0"/>
              <a:t>Dans la section « </a:t>
            </a:r>
            <a:r>
              <a:rPr lang="fr-FR" dirty="0" err="1" smtClean="0"/>
              <a:t>Build</a:t>
            </a:r>
            <a:r>
              <a:rPr lang="fr-FR" dirty="0" smtClean="0"/>
              <a:t> », ajoutez une étape « Référentiel 26D »</a:t>
            </a:r>
          </a:p>
          <a:p>
            <a:endParaRPr lang="fr-FR" dirty="0" smtClean="0"/>
          </a:p>
          <a:p>
            <a:endParaRPr lang="fr-FR" dirty="0"/>
          </a:p>
        </p:txBody>
      </p:sp>
      <p:sp>
        <p:nvSpPr>
          <p:cNvPr id="9" name="Espace réservé du contenu 2"/>
          <p:cNvSpPr txBox="1">
            <a:spLocks/>
          </p:cNvSpPr>
          <p:nvPr/>
        </p:nvSpPr>
        <p:spPr>
          <a:xfrm>
            <a:off x="249038" y="1844824"/>
            <a:ext cx="7058025" cy="432048"/>
          </a:xfrm>
          <a:prstGeom prst="rect">
            <a:avLst/>
          </a:prstGeom>
        </p:spPr>
        <p:txBody>
          <a:bodyPr vert="horz" lIns="0" tIns="0" rIns="0" bIns="0" rtlCol="0">
            <a:normAutofit/>
          </a:bodyPr>
          <a:lstStyle>
            <a:lvl1pPr marL="194400" indent="-194400" algn="l" defTabSz="914400" rtl="0" eaLnBrk="1" fontAlgn="base" latinLnBrk="0" hangingPunct="1">
              <a:spcBef>
                <a:spcPct val="0"/>
              </a:spcBef>
              <a:spcAft>
                <a:spcPts val="60"/>
              </a:spcAft>
              <a:buClr>
                <a:srgbClr val="FF6600"/>
              </a:buClr>
              <a:buFont typeface="Wingdings" pitchFamily="2" charset="2"/>
              <a:buChar char="§"/>
              <a:defRPr lang="fr-FR" sz="1800" kern="1200" dirty="0" smtClean="0">
                <a:solidFill>
                  <a:schemeClr val="tx1"/>
                </a:solidFill>
                <a:latin typeface="Helvetica 55 Roman" pitchFamily="34" charset="0"/>
                <a:ea typeface="+mn-ea"/>
                <a:cs typeface="+mn-cs"/>
              </a:defRPr>
            </a:lvl1pPr>
            <a:lvl2pPr marL="74295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2pPr>
            <a:lvl3pPr marL="12446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3pPr>
            <a:lvl4pPr marL="16637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4pPr>
            <a:lvl5pPr marL="2057400" indent="-228600" algn="l" defTabSz="914400" rtl="0" eaLnBrk="1" fontAlgn="base" latinLnBrk="0" hangingPunct="1">
              <a:spcBef>
                <a:spcPct val="0"/>
              </a:spcBef>
              <a:buFont typeface="Helvetica 45 Light" pitchFamily="34" charset="0"/>
              <a:buChar char="–"/>
              <a:defRPr lang="fr-FR" sz="1600" kern="1200" dirty="0">
                <a:solidFill>
                  <a:schemeClr val="tx1"/>
                </a:solidFill>
                <a:latin typeface="Helvetica 55 Roman"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dirty="0" smtClean="0"/>
              <a:t>Dans un job </a:t>
            </a:r>
            <a:r>
              <a:rPr lang="fr-FR" dirty="0" err="1" smtClean="0"/>
              <a:t>jenkins</a:t>
            </a:r>
            <a:endParaRPr lang="fr-FR"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3356992"/>
            <a:ext cx="3419475" cy="1876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6" name="Groupe 15"/>
          <p:cNvGrpSpPr/>
          <p:nvPr/>
        </p:nvGrpSpPr>
        <p:grpSpPr>
          <a:xfrm>
            <a:off x="372334" y="764704"/>
            <a:ext cx="8466583" cy="618327"/>
            <a:chOff x="372334" y="764704"/>
            <a:chExt cx="8466583" cy="618327"/>
          </a:xfrm>
        </p:grpSpPr>
        <p:sp>
          <p:nvSpPr>
            <p:cNvPr id="17" name="Rectangle 16"/>
            <p:cNvSpPr/>
            <p:nvPr/>
          </p:nvSpPr>
          <p:spPr>
            <a:xfrm>
              <a:off x="372334" y="764704"/>
              <a:ext cx="8466583" cy="618327"/>
            </a:xfrm>
            <a:prstGeom prst="rect">
              <a:avLst/>
            </a:prstGeom>
            <a:solidFill>
              <a:schemeClr val="bg1">
                <a:lumMod val="85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p:cNvSpPr txBox="1"/>
            <p:nvPr/>
          </p:nvSpPr>
          <p:spPr>
            <a:xfrm>
              <a:off x="446876" y="798256"/>
              <a:ext cx="3357009" cy="584775"/>
            </a:xfrm>
            <a:prstGeom prst="rect">
              <a:avLst/>
            </a:prstGeom>
            <a:noFill/>
          </p:spPr>
          <p:txBody>
            <a:bodyPr wrap="none" rtlCol="0">
              <a:spAutoFit/>
            </a:bodyPr>
            <a:lstStyle/>
            <a:p>
              <a:r>
                <a:rPr lang="fr-FR" sz="1600" dirty="0" smtClean="0"/>
                <a:t>Prérequis : </a:t>
              </a:r>
            </a:p>
            <a:p>
              <a:r>
                <a:rPr lang="fr-FR" sz="1600" dirty="0" smtClean="0"/>
                <a:t>Avoir installé le plugin Jenkins 26D</a:t>
              </a:r>
              <a:endParaRPr lang="fr-FR" sz="1600" dirty="0"/>
            </a:p>
          </p:txBody>
        </p:sp>
      </p:grpSp>
    </p:spTree>
    <p:extLst>
      <p:ext uri="{BB962C8B-B14F-4D97-AF65-F5344CB8AC3E}">
        <p14:creationId xmlns:p14="http://schemas.microsoft.com/office/powerpoint/2010/main" val="206954018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contenu 2"/>
          <p:cNvSpPr>
            <a:spLocks noGrp="1"/>
          </p:cNvSpPr>
          <p:nvPr>
            <p:ph idx="1"/>
          </p:nvPr>
        </p:nvSpPr>
        <p:spPr>
          <a:xfrm>
            <a:off x="250279" y="1556792"/>
            <a:ext cx="7058025" cy="432048"/>
          </a:xfrm>
        </p:spPr>
        <p:txBody>
          <a:bodyPr>
            <a:normAutofit/>
          </a:bodyPr>
          <a:lstStyle/>
          <a:p>
            <a:r>
              <a:rPr lang="fr-FR" dirty="0" smtClean="0"/>
              <a:t>Exemple de configuration</a:t>
            </a:r>
          </a:p>
          <a:p>
            <a:endParaRPr lang="fr-FR" dirty="0" smtClean="0"/>
          </a:p>
          <a:p>
            <a:endParaRPr lang="fr-FR" dirty="0"/>
          </a:p>
        </p:txBody>
      </p:sp>
      <p:sp>
        <p:nvSpPr>
          <p:cNvPr id="15" name="Espace réservé du contenu 2"/>
          <p:cNvSpPr txBox="1">
            <a:spLocks/>
          </p:cNvSpPr>
          <p:nvPr/>
        </p:nvSpPr>
        <p:spPr>
          <a:xfrm>
            <a:off x="249841" y="764704"/>
            <a:ext cx="8354607" cy="432048"/>
          </a:xfrm>
          <a:prstGeom prst="rect">
            <a:avLst/>
          </a:prstGeom>
        </p:spPr>
        <p:txBody>
          <a:bodyPr vert="horz" lIns="0" tIns="0" rIns="0" bIns="0" rtlCol="0">
            <a:normAutofit/>
          </a:bodyPr>
          <a:lstStyle>
            <a:lvl1pPr marL="194400" indent="-194400" algn="l" defTabSz="914400" rtl="0" eaLnBrk="1" fontAlgn="base" latinLnBrk="0" hangingPunct="1">
              <a:spcBef>
                <a:spcPct val="0"/>
              </a:spcBef>
              <a:spcAft>
                <a:spcPts val="60"/>
              </a:spcAft>
              <a:buClr>
                <a:srgbClr val="FF6600"/>
              </a:buClr>
              <a:buFont typeface="Wingdings" pitchFamily="2" charset="2"/>
              <a:buChar char="§"/>
              <a:defRPr lang="fr-FR" sz="1800" kern="1200" dirty="0" smtClean="0">
                <a:solidFill>
                  <a:schemeClr val="tx1"/>
                </a:solidFill>
                <a:latin typeface="Helvetica 55 Roman" pitchFamily="34" charset="0"/>
                <a:ea typeface="+mn-ea"/>
                <a:cs typeface="+mn-cs"/>
              </a:defRPr>
            </a:lvl1pPr>
            <a:lvl2pPr marL="74295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2pPr>
            <a:lvl3pPr marL="12446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3pPr>
            <a:lvl4pPr marL="16637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4pPr>
            <a:lvl5pPr marL="2057400" indent="-228600" algn="l" defTabSz="914400" rtl="0" eaLnBrk="1" fontAlgn="base" latinLnBrk="0" hangingPunct="1">
              <a:spcBef>
                <a:spcPct val="0"/>
              </a:spcBef>
              <a:buFont typeface="Helvetica 45 Light" pitchFamily="34" charset="0"/>
              <a:buChar char="–"/>
              <a:defRPr lang="fr-FR" sz="1600" kern="1200" dirty="0">
                <a:solidFill>
                  <a:schemeClr val="tx1"/>
                </a:solidFill>
                <a:latin typeface="Helvetica 55 Roman"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dirty="0" smtClean="0"/>
              <a:t>Renseignez les paramètres communs aux 2 modes Dépôt et Téléchargement</a:t>
            </a:r>
            <a:endParaRPr lang="fr-FR"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204864"/>
            <a:ext cx="8839200" cy="1581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itre 1"/>
          <p:cNvSpPr txBox="1">
            <a:spLocks/>
          </p:cNvSpPr>
          <p:nvPr/>
        </p:nvSpPr>
        <p:spPr>
          <a:xfrm>
            <a:off x="467544" y="116632"/>
            <a:ext cx="8244911" cy="647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5F1A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ctr" defTabSz="914400" rtl="0" eaLnBrk="1" latinLnBrk="0" hangingPunct="1">
              <a:spcBef>
                <a:spcPct val="0"/>
              </a:spcBef>
              <a:buNone/>
              <a:defRPr lang="fr-FR" sz="2400" kern="1200">
                <a:solidFill>
                  <a:srgbClr val="FF6600"/>
                </a:solidFill>
                <a:latin typeface="Helvetica 65 Medium" pitchFamily="34" charset="0"/>
                <a:ea typeface="+mj-ea"/>
                <a:cs typeface="+mj-cs"/>
              </a:defRPr>
            </a:lvl1pPr>
          </a:lstStyle>
          <a:p>
            <a:pPr algn="l"/>
            <a:r>
              <a:rPr lang="fr-FR" sz="3200" smtClean="0"/>
              <a:t>6.D</a:t>
            </a:r>
            <a:r>
              <a:rPr lang="fr-FR" sz="3200" b="1" smtClean="0"/>
              <a:t> - Avec le plugin Jenkins</a:t>
            </a:r>
            <a:endParaRPr lang="fr-FR" sz="3200" b="1" dirty="0"/>
          </a:p>
        </p:txBody>
      </p:sp>
    </p:spTree>
    <p:extLst>
      <p:ext uri="{BB962C8B-B14F-4D97-AF65-F5344CB8AC3E}">
        <p14:creationId xmlns:p14="http://schemas.microsoft.com/office/powerpoint/2010/main" val="161365122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Espace réservé du contenu 2"/>
          <p:cNvSpPr txBox="1">
            <a:spLocks/>
          </p:cNvSpPr>
          <p:nvPr/>
        </p:nvSpPr>
        <p:spPr>
          <a:xfrm>
            <a:off x="249841" y="764704"/>
            <a:ext cx="8354607" cy="432048"/>
          </a:xfrm>
          <a:prstGeom prst="rect">
            <a:avLst/>
          </a:prstGeom>
        </p:spPr>
        <p:txBody>
          <a:bodyPr vert="horz" lIns="0" tIns="0" rIns="0" bIns="0" rtlCol="0">
            <a:normAutofit fontScale="92500" lnSpcReduction="20000"/>
          </a:bodyPr>
          <a:lstStyle>
            <a:lvl1pPr marL="194400" indent="-194400" algn="l" defTabSz="914400" rtl="0" eaLnBrk="1" fontAlgn="base" latinLnBrk="0" hangingPunct="1">
              <a:spcBef>
                <a:spcPct val="0"/>
              </a:spcBef>
              <a:spcAft>
                <a:spcPts val="60"/>
              </a:spcAft>
              <a:buClr>
                <a:srgbClr val="FF6600"/>
              </a:buClr>
              <a:buFont typeface="Wingdings" pitchFamily="2" charset="2"/>
              <a:buChar char="§"/>
              <a:defRPr lang="fr-FR" sz="1800" kern="1200" dirty="0" smtClean="0">
                <a:solidFill>
                  <a:schemeClr val="tx1"/>
                </a:solidFill>
                <a:latin typeface="Helvetica 55 Roman" pitchFamily="34" charset="0"/>
                <a:ea typeface="+mn-ea"/>
                <a:cs typeface="+mn-cs"/>
              </a:defRPr>
            </a:lvl1pPr>
            <a:lvl2pPr marL="74295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2pPr>
            <a:lvl3pPr marL="12446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3pPr>
            <a:lvl4pPr marL="16637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4pPr>
            <a:lvl5pPr marL="2057400" indent="-228600" algn="l" defTabSz="914400" rtl="0" eaLnBrk="1" fontAlgn="base" latinLnBrk="0" hangingPunct="1">
              <a:spcBef>
                <a:spcPct val="0"/>
              </a:spcBef>
              <a:buFont typeface="Helvetica 45 Light" pitchFamily="34" charset="0"/>
              <a:buChar char="–"/>
              <a:defRPr lang="fr-FR" sz="1600" kern="1200" dirty="0">
                <a:solidFill>
                  <a:schemeClr val="tx1"/>
                </a:solidFill>
                <a:latin typeface="Helvetica 55 Roman"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dirty="0" smtClean="0"/>
              <a:t>Cliquez sur « Configuration des téléchargements » et renseignez les paramètres demandés</a:t>
            </a:r>
            <a:endParaRPr lang="fr-FR" dirty="0"/>
          </a:p>
        </p:txBody>
      </p:sp>
      <p:sp>
        <p:nvSpPr>
          <p:cNvPr id="9" name="Espace réservé du contenu 2"/>
          <p:cNvSpPr txBox="1">
            <a:spLocks/>
          </p:cNvSpPr>
          <p:nvPr/>
        </p:nvSpPr>
        <p:spPr>
          <a:xfrm>
            <a:off x="412283" y="5373216"/>
            <a:ext cx="8354607" cy="432048"/>
          </a:xfrm>
          <a:prstGeom prst="rect">
            <a:avLst/>
          </a:prstGeom>
        </p:spPr>
        <p:txBody>
          <a:bodyPr vert="horz" lIns="0" tIns="0" rIns="0" bIns="0" rtlCol="0">
            <a:noAutofit/>
          </a:bodyPr>
          <a:lstStyle>
            <a:lvl1pPr marL="194400" indent="-194400" algn="l" defTabSz="914400" rtl="0" eaLnBrk="1" fontAlgn="base" latinLnBrk="0" hangingPunct="1">
              <a:spcBef>
                <a:spcPct val="0"/>
              </a:spcBef>
              <a:spcAft>
                <a:spcPts val="60"/>
              </a:spcAft>
              <a:buClr>
                <a:srgbClr val="FF6600"/>
              </a:buClr>
              <a:buFont typeface="Wingdings" pitchFamily="2" charset="2"/>
              <a:buChar char="§"/>
              <a:defRPr lang="fr-FR" sz="1800" kern="1200" dirty="0" smtClean="0">
                <a:solidFill>
                  <a:schemeClr val="tx1"/>
                </a:solidFill>
                <a:latin typeface="Helvetica 55 Roman" pitchFamily="34" charset="0"/>
                <a:ea typeface="+mn-ea"/>
                <a:cs typeface="+mn-cs"/>
              </a:defRPr>
            </a:lvl1pPr>
            <a:lvl2pPr marL="74295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2pPr>
            <a:lvl3pPr marL="12446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3pPr>
            <a:lvl4pPr marL="16637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4pPr>
            <a:lvl5pPr marL="2057400" indent="-228600" algn="l" defTabSz="914400" rtl="0" eaLnBrk="1" fontAlgn="base" latinLnBrk="0" hangingPunct="1">
              <a:spcBef>
                <a:spcPct val="0"/>
              </a:spcBef>
              <a:buFont typeface="Helvetica 45 Light" pitchFamily="34" charset="0"/>
              <a:buChar char="–"/>
              <a:defRPr lang="fr-FR" sz="1600" kern="1200" dirty="0">
                <a:solidFill>
                  <a:schemeClr val="tx1"/>
                </a:solidFill>
                <a:latin typeface="Helvetica 55 Roman"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sz="1200" b="1" dirty="0" smtClean="0">
                <a:solidFill>
                  <a:srgbClr val="FF0000"/>
                </a:solidFill>
              </a:rPr>
              <a:t>Seul « dossier de stockage » est optionnel. Si rien n’est renseigné, le téléchargement sera sauvegardé à la racine du </a:t>
            </a:r>
            <a:r>
              <a:rPr lang="fr-FR" sz="1200" b="1" dirty="0" err="1" smtClean="0">
                <a:solidFill>
                  <a:srgbClr val="FF0000"/>
                </a:solidFill>
              </a:rPr>
              <a:t>workspace</a:t>
            </a:r>
            <a:r>
              <a:rPr lang="fr-FR" sz="1200" b="1" dirty="0" smtClean="0">
                <a:solidFill>
                  <a:srgbClr val="FF0000"/>
                </a:solidFill>
              </a:rPr>
              <a:t> Jenkins.</a:t>
            </a:r>
          </a:p>
          <a:p>
            <a:endParaRPr lang="fr-FR" sz="1200" b="1" dirty="0">
              <a:solidFill>
                <a:srgbClr val="FF0000"/>
              </a:solidFill>
            </a:endParaRPr>
          </a:p>
          <a:p>
            <a:r>
              <a:rPr lang="fr-FR" sz="1200" b="1" dirty="0" smtClean="0">
                <a:solidFill>
                  <a:srgbClr val="FF0000"/>
                </a:solidFill>
              </a:rPr>
              <a:t>Il est possible d’utiliser des variables de type ${MA_VARIABLE}</a:t>
            </a:r>
            <a:endParaRPr lang="fr-FR" sz="1200" b="1" dirty="0">
              <a:solidFill>
                <a:srgbClr val="FF0000"/>
              </a:solidFill>
            </a:endParaRP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688" y="1484784"/>
            <a:ext cx="8810625" cy="3467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itre 1"/>
          <p:cNvSpPr>
            <a:spLocks noGrp="1"/>
          </p:cNvSpPr>
          <p:nvPr>
            <p:ph type="title"/>
          </p:nvPr>
        </p:nvSpPr>
        <p:spPr>
          <a:xfrm>
            <a:off x="467544" y="116632"/>
            <a:ext cx="8244911" cy="647923"/>
          </a:xfrm>
        </p:spPr>
        <p:txBody>
          <a:bodyPr/>
          <a:lstStyle/>
          <a:p>
            <a:pPr algn="l"/>
            <a:r>
              <a:rPr lang="fr-FR" sz="3200" dirty="0" smtClean="0"/>
              <a:t>6.D</a:t>
            </a:r>
            <a:r>
              <a:rPr lang="fr-FR" sz="3200" b="1" dirty="0" smtClean="0"/>
              <a:t> </a:t>
            </a:r>
            <a:r>
              <a:rPr lang="fr-FR" sz="3200" b="1" dirty="0"/>
              <a:t>- Avec </a:t>
            </a:r>
            <a:r>
              <a:rPr lang="fr-FR" sz="3200" b="1" dirty="0" smtClean="0"/>
              <a:t>le plugin Jenkins</a:t>
            </a:r>
            <a:endParaRPr lang="fr-FR" sz="3200" b="1" dirty="0"/>
          </a:p>
        </p:txBody>
      </p:sp>
    </p:spTree>
    <p:extLst>
      <p:ext uri="{BB962C8B-B14F-4D97-AF65-F5344CB8AC3E}">
        <p14:creationId xmlns:p14="http://schemas.microsoft.com/office/powerpoint/2010/main" val="169653980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116632"/>
            <a:ext cx="8244911" cy="647923"/>
          </a:xfrm>
        </p:spPr>
        <p:txBody>
          <a:bodyPr/>
          <a:lstStyle/>
          <a:p>
            <a:pPr algn="l"/>
            <a:r>
              <a:rPr lang="fr-FR" sz="3200" dirty="0" smtClean="0"/>
              <a:t>6.E</a:t>
            </a:r>
            <a:r>
              <a:rPr lang="fr-FR" sz="3200" b="1" dirty="0" smtClean="0"/>
              <a:t> – Exemple de sortie de logs</a:t>
            </a:r>
            <a:endParaRPr lang="fr-FR" sz="3200" b="1" dirty="0"/>
          </a:p>
        </p:txBody>
      </p:sp>
      <p:sp>
        <p:nvSpPr>
          <p:cNvPr id="8" name="Espace réservé du contenu 2"/>
          <p:cNvSpPr>
            <a:spLocks noGrp="1"/>
          </p:cNvSpPr>
          <p:nvPr>
            <p:ph idx="1"/>
          </p:nvPr>
        </p:nvSpPr>
        <p:spPr>
          <a:xfrm>
            <a:off x="178271" y="684114"/>
            <a:ext cx="7058025" cy="432048"/>
          </a:xfrm>
        </p:spPr>
        <p:txBody>
          <a:bodyPr>
            <a:normAutofit/>
          </a:bodyPr>
          <a:lstStyle/>
          <a:p>
            <a:r>
              <a:rPr lang="fr-FR" b="1" i="1" dirty="0">
                <a:solidFill>
                  <a:srgbClr val="0070C0"/>
                </a:solidFill>
              </a:rPr>
              <a:t>Exemple de logs restituées par </a:t>
            </a:r>
            <a:r>
              <a:rPr lang="fr-FR" b="1" i="1" dirty="0" smtClean="0">
                <a:solidFill>
                  <a:srgbClr val="0070C0"/>
                </a:solidFill>
              </a:rPr>
              <a:t>Jenkins en cas de succès</a:t>
            </a:r>
            <a:endParaRPr lang="fr-FR" b="1" i="1" dirty="0">
              <a:solidFill>
                <a:srgbClr val="0070C0"/>
              </a:solidFill>
            </a:endParaRPr>
          </a:p>
        </p:txBody>
      </p:sp>
      <p:sp>
        <p:nvSpPr>
          <p:cNvPr id="6" name="Espace réservé du contenu 2"/>
          <p:cNvSpPr txBox="1">
            <a:spLocks/>
          </p:cNvSpPr>
          <p:nvPr/>
        </p:nvSpPr>
        <p:spPr>
          <a:xfrm>
            <a:off x="178271" y="3429000"/>
            <a:ext cx="7058025" cy="432048"/>
          </a:xfrm>
          <a:prstGeom prst="rect">
            <a:avLst/>
          </a:prstGeom>
        </p:spPr>
        <p:txBody>
          <a:bodyPr vert="horz" lIns="0" tIns="0" rIns="0" bIns="0" rtlCol="0">
            <a:normAutofit/>
          </a:bodyPr>
          <a:lstStyle>
            <a:lvl1pPr marL="194400" indent="-194400" algn="l" defTabSz="914400" rtl="0" eaLnBrk="1" fontAlgn="base" latinLnBrk="0" hangingPunct="1">
              <a:spcBef>
                <a:spcPct val="0"/>
              </a:spcBef>
              <a:spcAft>
                <a:spcPts val="60"/>
              </a:spcAft>
              <a:buClr>
                <a:srgbClr val="FF6600"/>
              </a:buClr>
              <a:buFont typeface="Wingdings" pitchFamily="2" charset="2"/>
              <a:buChar char="§"/>
              <a:defRPr lang="fr-FR" sz="1800" kern="1200" dirty="0" smtClean="0">
                <a:solidFill>
                  <a:schemeClr val="tx1"/>
                </a:solidFill>
                <a:latin typeface="Helvetica 55 Roman" pitchFamily="34" charset="0"/>
                <a:ea typeface="+mn-ea"/>
                <a:cs typeface="+mn-cs"/>
              </a:defRPr>
            </a:lvl1pPr>
            <a:lvl2pPr marL="74295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2pPr>
            <a:lvl3pPr marL="12446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3pPr>
            <a:lvl4pPr marL="1663700" indent="-285750" algn="l" defTabSz="914400" rtl="0" eaLnBrk="1" fontAlgn="base" latinLnBrk="0" hangingPunct="1">
              <a:spcBef>
                <a:spcPct val="0"/>
              </a:spcBef>
              <a:buFont typeface="Helvetica 45 Light" pitchFamily="34" charset="0"/>
              <a:buChar char="–"/>
              <a:defRPr lang="fr-FR" sz="1600" kern="1200" dirty="0" smtClean="0">
                <a:solidFill>
                  <a:schemeClr val="tx1"/>
                </a:solidFill>
                <a:latin typeface="Helvetica 55 Roman" pitchFamily="34" charset="0"/>
                <a:ea typeface="+mn-ea"/>
                <a:cs typeface="+mn-cs"/>
              </a:defRPr>
            </a:lvl4pPr>
            <a:lvl5pPr marL="2057400" indent="-228600" algn="l" defTabSz="914400" rtl="0" eaLnBrk="1" fontAlgn="base" latinLnBrk="0" hangingPunct="1">
              <a:spcBef>
                <a:spcPct val="0"/>
              </a:spcBef>
              <a:buFont typeface="Helvetica 45 Light" pitchFamily="34" charset="0"/>
              <a:buChar char="–"/>
              <a:defRPr lang="fr-FR" sz="1600" kern="1200" dirty="0">
                <a:solidFill>
                  <a:schemeClr val="tx1"/>
                </a:solidFill>
                <a:latin typeface="Helvetica 55 Roman"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b="1" i="1" dirty="0" smtClean="0">
                <a:solidFill>
                  <a:srgbClr val="0070C0"/>
                </a:solidFill>
              </a:rPr>
              <a:t>Exemple de logs restituées par Jenkins en cas d’</a:t>
            </a:r>
            <a:r>
              <a:rPr lang="fr-FR" b="1" i="1" dirty="0">
                <a:solidFill>
                  <a:srgbClr val="0070C0"/>
                </a:solidFill>
              </a:rPr>
              <a:t>é</a:t>
            </a:r>
            <a:r>
              <a:rPr lang="fr-FR" b="1" i="1" dirty="0" smtClean="0">
                <a:solidFill>
                  <a:srgbClr val="0070C0"/>
                </a:solidFill>
              </a:rPr>
              <a:t>chec</a:t>
            </a:r>
            <a:endParaRPr lang="fr-FR" b="1" i="1" dirty="0">
              <a:solidFill>
                <a:srgbClr val="0070C0"/>
              </a:solidFill>
            </a:endParaRPr>
          </a:p>
        </p:txBody>
      </p:sp>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981" y="3789040"/>
            <a:ext cx="8967678" cy="21980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45" y="980728"/>
            <a:ext cx="9048750" cy="2152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1119785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lstStyle/>
          <a:p>
            <a:pPr algn="ctr"/>
            <a:r>
              <a:rPr lang="fr-FR" b="1" dirty="0" smtClean="0"/>
              <a:t>à vous de jouer !</a:t>
            </a:r>
            <a:endParaRPr lang="fr-FR" b="1" dirty="0"/>
          </a:p>
        </p:txBody>
      </p:sp>
    </p:spTree>
    <p:extLst>
      <p:ext uri="{BB962C8B-B14F-4D97-AF65-F5344CB8AC3E}">
        <p14:creationId xmlns:p14="http://schemas.microsoft.com/office/powerpoint/2010/main" val="4132857719"/>
      </p:ext>
    </p:extLst>
  </p:cSld>
  <p:clrMapOvr>
    <a:masterClrMapping/>
  </p:clrMapOvr>
  <p:timing>
    <p:tnLst>
      <p:par>
        <p:cTn id="1" dur="indefinite" restart="never" nodeType="tmRoot"/>
      </p:par>
    </p:tnLst>
  </p:timing>
</p:sld>
</file>

<file path=ppt/theme/theme1.xml><?xml version="1.0" encoding="utf-8"?>
<a:theme xmlns:a="http://schemas.openxmlformats.org/drawingml/2006/main" name="blank">
  <a:themeElements>
    <a:clrScheme name="Orange 00">
      <a:dk1>
        <a:sysClr val="windowText" lastClr="000000"/>
      </a:dk1>
      <a:lt1>
        <a:sysClr val="window" lastClr="FFFFFF"/>
      </a:lt1>
      <a:dk2>
        <a:srgbClr val="000000"/>
      </a:dk2>
      <a:lt2>
        <a:srgbClr val="F8F8F8"/>
      </a:lt2>
      <a:accent1>
        <a:srgbClr val="FF6600"/>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range standard">
      <a:majorFont>
        <a:latin typeface="Helvetica 55 Roman"/>
        <a:ea typeface=""/>
        <a:cs typeface=""/>
      </a:majorFont>
      <a:minorFont>
        <a:latin typeface="Helvetica 55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142539</TotalTime>
  <Words>759</Words>
  <Application>Microsoft Office PowerPoint</Application>
  <PresentationFormat>Affichage à l'écran (4:3)</PresentationFormat>
  <Paragraphs>199</Paragraphs>
  <Slides>20</Slides>
  <Notes>0</Notes>
  <HiddenSlides>0</HiddenSlides>
  <MMClips>0</MMClips>
  <ScaleCrop>false</ScaleCrop>
  <HeadingPairs>
    <vt:vector size="6" baseType="variant">
      <vt:variant>
        <vt:lpstr>Thème</vt:lpstr>
      </vt:variant>
      <vt:variant>
        <vt:i4>1</vt:i4>
      </vt:variant>
      <vt:variant>
        <vt:lpstr>Serveurs OLE incorporés</vt:lpstr>
      </vt:variant>
      <vt:variant>
        <vt:i4>1</vt:i4>
      </vt:variant>
      <vt:variant>
        <vt:lpstr>Titres des diapositives</vt:lpstr>
      </vt:variant>
      <vt:variant>
        <vt:i4>20</vt:i4>
      </vt:variant>
    </vt:vector>
  </HeadingPairs>
  <TitlesOfParts>
    <vt:vector size="22" baseType="lpstr">
      <vt:lpstr>blank</vt:lpstr>
      <vt:lpstr>Document</vt:lpstr>
      <vt:lpstr>Modop</vt:lpstr>
      <vt:lpstr>Sommaire</vt:lpstr>
      <vt:lpstr>Présentation PowerPoint</vt:lpstr>
      <vt:lpstr>Présentation PowerPoint</vt:lpstr>
      <vt:lpstr>Présentation PowerPoint</vt:lpstr>
      <vt:lpstr>Présentation PowerPoint</vt:lpstr>
      <vt:lpstr>5 - Utilisation du mode dépôt </vt:lpstr>
      <vt:lpstr>Présentation PowerPoint</vt:lpstr>
      <vt:lpstr>5.B- Mode dépôt via Pipeline</vt:lpstr>
      <vt:lpstr>5.C – Exemple de sortie de logs</vt:lpstr>
      <vt:lpstr>6 - Utilisation du mode téléchargement </vt:lpstr>
      <vt:lpstr>6.A- Tester avec Postman</vt:lpstr>
      <vt:lpstr>Présentation PowerPoint</vt:lpstr>
      <vt:lpstr>6.B - Avec Jenkins et un job freestyle</vt:lpstr>
      <vt:lpstr>6.C – Avec Jenkins Pipeline</vt:lpstr>
      <vt:lpstr>6.D - Avec le plugin Jenkins</vt:lpstr>
      <vt:lpstr>Présentation PowerPoint</vt:lpstr>
      <vt:lpstr>6.D - Avec le plugin Jenkins</vt:lpstr>
      <vt:lpstr>6.E – Exemple de sortie de logs</vt:lpstr>
      <vt:lpstr>à vous de jouer !</vt:lpstr>
    </vt:vector>
  </TitlesOfParts>
  <Company>ORANGE FT Group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ETIENNE Olivier DTSI/DESI</dc:creator>
  <cp:lastModifiedBy>VAUTRIN Thomas DTSI/DESI</cp:lastModifiedBy>
  <cp:revision>282</cp:revision>
  <dcterms:created xsi:type="dcterms:W3CDTF">2017-05-16T22:08:47Z</dcterms:created>
  <dcterms:modified xsi:type="dcterms:W3CDTF">2018-11-15T10:18:25Z</dcterms:modified>
</cp:coreProperties>
</file>